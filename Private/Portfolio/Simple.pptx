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 ?><Relationships xmlns="http://schemas.openxmlformats.org/package/2006/relationships"><Relationship Id="rId1" Type="http://schemas.openxmlformats.org/officeDocument/2006/relationships/officeDocument" Target="ppt/presentation.xml"  /><Relationship Id="rId2" Type="http://schemas.openxmlformats.org/package/2006/relationships/metadata/thumbnail" Target="docProps/thumbnail.jpeg"  /><Relationship Id="rId3" Type="http://schemas.openxmlformats.org/package/2006/relationships/metadata/core-properties" Target="docProps/core.xml"  /><Relationship Id="rId4" Type="http://schemas.openxmlformats.org/officeDocument/2006/relationships/extended-properties" Target="docProps/app.xml"  /><Relationship Id="rId5" Type="http://schemas.openxmlformats.org/officeDocument/2006/relationships/custom-properties" Target="docProps/custom.xml"  /></Relationships>
</file>

<file path=ppt/presentation.xml><?xml version="1.0" encoding="utf-8"?>
<p:presentation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sldMasterIdLst>
    <p:sldMasterId id="2147483664" r:id="rId1"/>
  </p:sldMasterIdLst>
  <p:notesMasterIdLst>
    <p:notesMasterId r:id="rId2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</p:sldIdLst>
  <p:sldSz cx="18288000" cy="10287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/>
</file>

<file path=ppt/tableStyles.xml><?xml version="1.0" encoding="utf-8"?>
<a:tblStyleLst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def="{5C22544A-7EE6-4342-B048-85BDC9FD1C3A}"/>
</file>

<file path=ppt/viewProps.xml><?xml version="1.0" encoding="utf-8"?>
<p:view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100" d="100"/>
          <a:sy n="100" d="100"/>
        </p:scale>
        <p:origin x="-1092" y="-90"/>
      </p:cViewPr>
      <p:guideLst>
        <p:guide orient="horz" pos="2159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 ?><Relationships xmlns="http://schemas.openxmlformats.org/package/2006/relationships"><Relationship Id="rId1" Type="http://schemas.openxmlformats.org/officeDocument/2006/relationships/slideMaster" Target="slideMasters/slideMaster1.xml"  /><Relationship Id="rId10" Type="http://schemas.openxmlformats.org/officeDocument/2006/relationships/slide" Target="slides/slide8.xml"  /><Relationship Id="rId11" Type="http://schemas.openxmlformats.org/officeDocument/2006/relationships/slide" Target="slides/slide9.xml"  /><Relationship Id="rId12" Type="http://schemas.openxmlformats.org/officeDocument/2006/relationships/slide" Target="slides/slide10.xml"  /><Relationship Id="rId13" Type="http://schemas.openxmlformats.org/officeDocument/2006/relationships/slide" Target="slides/slide11.xml"  /><Relationship Id="rId14" Type="http://schemas.openxmlformats.org/officeDocument/2006/relationships/slide" Target="slides/slide12.xml"  /><Relationship Id="rId15" Type="http://schemas.openxmlformats.org/officeDocument/2006/relationships/slide" Target="slides/slide13.xml"  /><Relationship Id="rId16" Type="http://schemas.openxmlformats.org/officeDocument/2006/relationships/slide" Target="slides/slide14.xml"  /><Relationship Id="rId17" Type="http://schemas.openxmlformats.org/officeDocument/2006/relationships/presProps" Target="presProps.xml"  /><Relationship Id="rId18" Type="http://schemas.openxmlformats.org/officeDocument/2006/relationships/viewProps" Target="viewProps.xml"  /><Relationship Id="rId19" Type="http://schemas.openxmlformats.org/officeDocument/2006/relationships/theme" Target="theme/theme1.xml"  /><Relationship Id="rId2" Type="http://schemas.openxmlformats.org/officeDocument/2006/relationships/notesMaster" Target="notesMasters/notesMaster1.xml"  /><Relationship Id="rId20" Type="http://schemas.openxmlformats.org/officeDocument/2006/relationships/tableStyles" Target="tableStyles.xml"  /><Relationship Id="rId3" Type="http://schemas.openxmlformats.org/officeDocument/2006/relationships/slide" Target="slides/slide1.xml"  /><Relationship Id="rId4" Type="http://schemas.openxmlformats.org/officeDocument/2006/relationships/slide" Target="slides/slide2.xml"  /><Relationship Id="rId5" Type="http://schemas.openxmlformats.org/officeDocument/2006/relationships/slide" Target="slides/slide3.xml"  /><Relationship Id="rId6" Type="http://schemas.openxmlformats.org/officeDocument/2006/relationships/slide" Target="slides/slide4.xml"  /><Relationship Id="rId7" Type="http://schemas.openxmlformats.org/officeDocument/2006/relationships/slide" Target="slides/slide5.xml"  /><Relationship Id="rId8" Type="http://schemas.openxmlformats.org/officeDocument/2006/relationships/slide" Target="slides/slide6.xml"  /><Relationship Id="rId9" Type="http://schemas.openxmlformats.org/officeDocument/2006/relationships/slide" Target="slides/slide7.xml"  /></Relationships>
</file>

<file path=ppt/notesMasters/_rels/notesMaster1.xml.rels><?xml version="1.0" encoding="UTF-8" standalone="yes" ?><Relationships xmlns="http://schemas.openxmlformats.org/package/2006/relationships"><Relationship Id="rId1" Type="http://schemas.openxmlformats.org/officeDocument/2006/relationships/theme" Target="../theme/theme2.xml"  /></Relationships>
</file>

<file path=ppt/notesMasters/notesMaster1.xml><?xml version="1.0" encoding="utf-8"?>
<p:notesMaste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 idx="0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pPr lvl="0">
              <a:defRPr/>
            </a:pPr>
            <a:fld id="{E2B2BC9D-A816-4D0A-858B-1D023B3A8ACA}" type="datetime1">
              <a:rPr lang="ko-KR" altLang="en-US"/>
              <a:pPr lvl="0">
                <a:defRPr/>
              </a:pPr>
              <a:t>2026-01-31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anchor="ctr"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>
            <a:noAutofit/>
          </a:bodyPr>
          <a:lstStyle/>
          <a:p>
            <a:pPr lvl="0">
              <a:defRPr/>
            </a:pPr>
            <a:r>
              <a:rPr lang="ko-KR" altLang="en-US"/>
              <a:t>마스터 텍스트 스타일을 편집합니다</a:t>
            </a:r>
            <a:endParaRPr lang="ko-KR" altLang="en-US"/>
          </a:p>
          <a:p>
            <a:pPr lvl="1">
              <a:defRPr/>
            </a:pPr>
            <a:r>
              <a:rPr lang="ko-KR" altLang="en-US"/>
              <a:t>둘째 수준</a:t>
            </a:r>
            <a:endParaRPr lang="ko-KR" altLang="en-US"/>
          </a:p>
          <a:p>
            <a:pPr lvl="2">
              <a:defRPr/>
            </a:pPr>
            <a:r>
              <a:rPr lang="ko-KR" altLang="en-US"/>
              <a:t>셋째 수준</a:t>
            </a:r>
            <a:endParaRPr lang="ko-KR" altLang="en-US"/>
          </a:p>
          <a:p>
            <a:pPr lvl="3">
              <a:defRPr/>
            </a:pPr>
            <a:r>
              <a:rPr lang="ko-KR" altLang="en-US"/>
              <a:t>넷째 수준</a:t>
            </a:r>
            <a:endParaRPr lang="ko-KR" altLang="en-US"/>
          </a:p>
          <a:p>
            <a:pPr lvl="4">
              <a:defRPr/>
            </a:pPr>
            <a:r>
              <a:rPr lang="ko-KR" altLang="en-US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l">
              <a:defRPr sz="1200"/>
            </a:lvl1pPr>
          </a:lstStyle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r">
              <a:defRPr sz="1200"/>
            </a:lvl1pPr>
          </a:lstStyle>
          <a:p>
            <a:pPr lvl="0">
              <a:defRPr/>
            </a:pPr>
            <a:fld id="{09F4262C-968C-4EE9-8164-CE16364706B3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1" Type="http://schemas.openxmlformats.org/officeDocument/2006/relationships/slide" Target="../slides/slide2.xml"  /><Relationship Id="rId2" Type="http://schemas.openxmlformats.org/officeDocument/2006/relationships/notesMaster" Target="../notesMasters/notesMaster1.xml"  /></Relationships>
</file>

<file path=ppt/notesSlides/notesSlide1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09F4262C-968C-4EE9-8164-CE16364706B3}" type="slidenum">
              <a:rPr lang="en-US" altLang="en-US"/>
              <a:pPr lvl="0">
                <a:defRPr/>
              </a:pPr>
              <a:t>2</a:t>
            </a:fld>
            <a:endParaRPr lang="en-US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2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3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4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5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6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7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8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9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0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10" Type="http://schemas.openxmlformats.org/officeDocument/2006/relationships/slideLayout" Target="../slideLayouts/slideLayout10.xml"  /><Relationship Id="rId11" Type="http://schemas.openxmlformats.org/officeDocument/2006/relationships/slideLayout" Target="../slideLayouts/slideLayout11.xml"  /><Relationship Id="rId12" Type="http://schemas.openxmlformats.org/officeDocument/2006/relationships/theme" Target="../theme/theme1.xml"  /><Relationship Id="rId2" Type="http://schemas.openxmlformats.org/officeDocument/2006/relationships/slideLayout" Target="../slideLayouts/slideLayout2.xml"  /><Relationship Id="rId3" Type="http://schemas.openxmlformats.org/officeDocument/2006/relationships/slideLayout" Target="../slideLayouts/slideLayout3.xml"  /><Relationship Id="rId4" Type="http://schemas.openxmlformats.org/officeDocument/2006/relationships/slideLayout" Target="../slideLayouts/slideLayout4.xml"  /><Relationship Id="rId5" Type="http://schemas.openxmlformats.org/officeDocument/2006/relationships/slideLayout" Target="../slideLayouts/slideLayout5.xml"  /><Relationship Id="rId6" Type="http://schemas.openxmlformats.org/officeDocument/2006/relationships/slideLayout" Target="../slideLayouts/slideLayout6.xml"  /><Relationship Id="rId7" Type="http://schemas.openxmlformats.org/officeDocument/2006/relationships/slideLayout" Target="../slideLayouts/slideLayout7.xml"  /><Relationship Id="rId8" Type="http://schemas.openxmlformats.org/officeDocument/2006/relationships/slideLayout" Target="../slideLayouts/slideLayout8.xml"  /><Relationship Id="rId9" Type="http://schemas.openxmlformats.org/officeDocument/2006/relationships/slideLayout" Target="../slideLayouts/slideLayout9.xml" 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1.png"  /><Relationship Id="rId3" Type="http://schemas.openxmlformats.org/officeDocument/2006/relationships/image" Target="../media/image2.png"  /><Relationship Id="rId4" Type="http://schemas.openxmlformats.org/officeDocument/2006/relationships/image" Target="../media/image3.png"  /><Relationship Id="rId5" Type="http://schemas.openxmlformats.org/officeDocument/2006/relationships/image" Target="../media/image4.png"  /></Relationships>
</file>

<file path=ppt/slides/_rels/slide2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1.xml"  /><Relationship Id="rId10" Type="http://schemas.openxmlformats.org/officeDocument/2006/relationships/image" Target="../media/image10.png"  /><Relationship Id="rId11" Type="http://schemas.openxmlformats.org/officeDocument/2006/relationships/image" Target="../media/image10.png"  /><Relationship Id="rId12" Type="http://schemas.openxmlformats.org/officeDocument/2006/relationships/image" Target="../media/image11.png"  /><Relationship Id="rId13" Type="http://schemas.openxmlformats.org/officeDocument/2006/relationships/image" Target="../media/image11.png"  /><Relationship Id="rId14" Type="http://schemas.openxmlformats.org/officeDocument/2006/relationships/image" Target="../media/image11.png"  /><Relationship Id="rId15" Type="http://schemas.openxmlformats.org/officeDocument/2006/relationships/image" Target="../media/image12.jpeg"  /><Relationship Id="rId2" Type="http://schemas.openxmlformats.org/officeDocument/2006/relationships/slideLayout" Target="../slideLayouts/slideLayout7.xml"  /><Relationship Id="rId3" Type="http://schemas.openxmlformats.org/officeDocument/2006/relationships/image" Target="../media/image5.png"  /><Relationship Id="rId4" Type="http://schemas.openxmlformats.org/officeDocument/2006/relationships/image" Target="../media/image6.png"  /><Relationship Id="rId5" Type="http://schemas.openxmlformats.org/officeDocument/2006/relationships/image" Target="../media/image7.png"  /><Relationship Id="rId6" Type="http://schemas.openxmlformats.org/officeDocument/2006/relationships/image" Target="../media/image8.png"  /><Relationship Id="rId7" Type="http://schemas.openxmlformats.org/officeDocument/2006/relationships/image" Target="../media/image6.png"  /><Relationship Id="rId8" Type="http://schemas.openxmlformats.org/officeDocument/2006/relationships/image" Target="../media/image2.png"  /><Relationship Id="rId9" Type="http://schemas.openxmlformats.org/officeDocument/2006/relationships/image" Target="../media/image9.png"  /></Relationships>
</file>

<file path=ppt/slides/_rels/slide3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13.png"  /><Relationship Id="rId3" Type="http://schemas.openxmlformats.org/officeDocument/2006/relationships/image" Target="../media/image14.png"  /><Relationship Id="rId4" Type="http://schemas.openxmlformats.org/officeDocument/2006/relationships/image" Target="../media/image15.png"  /><Relationship Id="rId5" Type="http://schemas.openxmlformats.org/officeDocument/2006/relationships/image" Target="../media/image16.png"  /><Relationship Id="rId6" Type="http://schemas.openxmlformats.org/officeDocument/2006/relationships/image" Target="../media/image17.png"  /></Relationships>
</file>

<file path=ppt/slides/_rels/slide4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10" Type="http://schemas.openxmlformats.org/officeDocument/2006/relationships/image" Target="../media/image26.png"  /><Relationship Id="rId2" Type="http://schemas.openxmlformats.org/officeDocument/2006/relationships/image" Target="../media/image18.png"  /><Relationship Id="rId3" Type="http://schemas.openxmlformats.org/officeDocument/2006/relationships/image" Target="../media/image19.png"  /><Relationship Id="rId4" Type="http://schemas.openxmlformats.org/officeDocument/2006/relationships/image" Target="../media/image20.png"  /><Relationship Id="rId5" Type="http://schemas.openxmlformats.org/officeDocument/2006/relationships/image" Target="../media/image21.png"  /><Relationship Id="rId6" Type="http://schemas.openxmlformats.org/officeDocument/2006/relationships/image" Target="../media/image22.png"  /><Relationship Id="rId7" Type="http://schemas.openxmlformats.org/officeDocument/2006/relationships/image" Target="../media/image23.png"  /><Relationship Id="rId8" Type="http://schemas.openxmlformats.org/officeDocument/2006/relationships/image" Target="../media/image24.png"  /><Relationship Id="rId9" Type="http://schemas.openxmlformats.org/officeDocument/2006/relationships/image" Target="../media/image25.png"  /></Relationships>
</file>

<file path=ppt/slides/_rels/slide5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10" Type="http://schemas.openxmlformats.org/officeDocument/2006/relationships/image" Target="../media/image26.png"  /><Relationship Id="rId2" Type="http://schemas.openxmlformats.org/officeDocument/2006/relationships/image" Target="../media/image18.png"  /><Relationship Id="rId3" Type="http://schemas.openxmlformats.org/officeDocument/2006/relationships/image" Target="../media/image19.png"  /><Relationship Id="rId4" Type="http://schemas.openxmlformats.org/officeDocument/2006/relationships/image" Target="../media/image20.png"  /><Relationship Id="rId5" Type="http://schemas.openxmlformats.org/officeDocument/2006/relationships/image" Target="../media/image21.png"  /><Relationship Id="rId6" Type="http://schemas.openxmlformats.org/officeDocument/2006/relationships/image" Target="../media/image27.png"  /><Relationship Id="rId7" Type="http://schemas.openxmlformats.org/officeDocument/2006/relationships/image" Target="../media/image28.png"  /><Relationship Id="rId8" Type="http://schemas.openxmlformats.org/officeDocument/2006/relationships/image" Target="../media/image29.png"  /><Relationship Id="rId9" Type="http://schemas.openxmlformats.org/officeDocument/2006/relationships/image" Target="../media/image30.png"  /></Relationships>
</file>

<file path=ppt/slides/_rels/slide6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18.png"  /><Relationship Id="rId3" Type="http://schemas.openxmlformats.org/officeDocument/2006/relationships/image" Target="../media/image19.png"  /><Relationship Id="rId4" Type="http://schemas.openxmlformats.org/officeDocument/2006/relationships/image" Target="../media/image20.png"  /><Relationship Id="rId5" Type="http://schemas.openxmlformats.org/officeDocument/2006/relationships/image" Target="../media/image21.png"  /><Relationship Id="rId6" Type="http://schemas.openxmlformats.org/officeDocument/2006/relationships/image" Target="../media/image31.png"  /><Relationship Id="rId7" Type="http://schemas.openxmlformats.org/officeDocument/2006/relationships/image" Target="../media/image32.png"  /><Relationship Id="rId8" Type="http://schemas.openxmlformats.org/officeDocument/2006/relationships/image" Target="../media/image26.png"  /></Relationships>
</file>

<file path=ppt/slides/_rels/slide7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18.png"  /><Relationship Id="rId3" Type="http://schemas.openxmlformats.org/officeDocument/2006/relationships/image" Target="../media/image19.png"  /><Relationship Id="rId4" Type="http://schemas.openxmlformats.org/officeDocument/2006/relationships/image" Target="../media/image20.png"  /><Relationship Id="rId5" Type="http://schemas.openxmlformats.org/officeDocument/2006/relationships/image" Target="../media/image21.png"  /><Relationship Id="rId6" Type="http://schemas.openxmlformats.org/officeDocument/2006/relationships/image" Target="../media/image33.png"  /><Relationship Id="rId7" Type="http://schemas.openxmlformats.org/officeDocument/2006/relationships/image" Target="../media/image34.png"  /><Relationship Id="rId8" Type="http://schemas.openxmlformats.org/officeDocument/2006/relationships/image" Target="../media/image35.png"  /><Relationship Id="rId9" Type="http://schemas.openxmlformats.org/officeDocument/2006/relationships/image" Target="../media/image36.png"  /></Relationships>
</file>

<file path=ppt/slides/_rels/slide8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10" Type="http://schemas.openxmlformats.org/officeDocument/2006/relationships/image" Target="../media/image41.png"  /><Relationship Id="rId11" Type="http://schemas.openxmlformats.org/officeDocument/2006/relationships/image" Target="../media/image42.png"  /><Relationship Id="rId12" Type="http://schemas.openxmlformats.org/officeDocument/2006/relationships/image" Target="../media/image43.png"  /><Relationship Id="rId13" Type="http://schemas.openxmlformats.org/officeDocument/2006/relationships/image" Target="../media/image44.png"  /><Relationship Id="rId14" Type="http://schemas.openxmlformats.org/officeDocument/2006/relationships/image" Target="../media/image45.png"  /><Relationship Id="rId15" Type="http://schemas.openxmlformats.org/officeDocument/2006/relationships/image" Target="../media/image46.png"  /><Relationship Id="rId2" Type="http://schemas.openxmlformats.org/officeDocument/2006/relationships/image" Target="../media/image18.png"  /><Relationship Id="rId3" Type="http://schemas.openxmlformats.org/officeDocument/2006/relationships/image" Target="../media/image37.png"  /><Relationship Id="rId4" Type="http://schemas.openxmlformats.org/officeDocument/2006/relationships/image" Target="../media/image19.png"  /><Relationship Id="rId5" Type="http://schemas.openxmlformats.org/officeDocument/2006/relationships/image" Target="../media/image20.png"  /><Relationship Id="rId6" Type="http://schemas.openxmlformats.org/officeDocument/2006/relationships/image" Target="../media/image38.png"  /><Relationship Id="rId7" Type="http://schemas.openxmlformats.org/officeDocument/2006/relationships/image" Target="../media/image21.png"  /><Relationship Id="rId8" Type="http://schemas.openxmlformats.org/officeDocument/2006/relationships/image" Target="../media/image39.png"  /><Relationship Id="rId9" Type="http://schemas.openxmlformats.org/officeDocument/2006/relationships/image" Target="../media/image40.png"  /></Relationships>
</file>

<file path=ppt/slides/_rels/slide9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10" Type="http://schemas.openxmlformats.org/officeDocument/2006/relationships/image" Target="../media/image49.png"  /><Relationship Id="rId11" Type="http://schemas.openxmlformats.org/officeDocument/2006/relationships/image" Target="../media/image50.png"  /><Relationship Id="rId12" Type="http://schemas.openxmlformats.org/officeDocument/2006/relationships/image" Target="../media/image51.png"  /><Relationship Id="rId2" Type="http://schemas.openxmlformats.org/officeDocument/2006/relationships/image" Target="../media/image18.png"  /><Relationship Id="rId3" Type="http://schemas.openxmlformats.org/officeDocument/2006/relationships/image" Target="../media/image19.png"  /><Relationship Id="rId4" Type="http://schemas.openxmlformats.org/officeDocument/2006/relationships/image" Target="../media/image20.png"  /><Relationship Id="rId5" Type="http://schemas.openxmlformats.org/officeDocument/2006/relationships/image" Target="../media/image47.png"  /><Relationship Id="rId6" Type="http://schemas.openxmlformats.org/officeDocument/2006/relationships/image" Target="../media/image38.png"  /><Relationship Id="rId7" Type="http://schemas.openxmlformats.org/officeDocument/2006/relationships/image" Target="../media/image21.png"  /><Relationship Id="rId8" Type="http://schemas.openxmlformats.org/officeDocument/2006/relationships/image" Target="../media/image26.png"  /><Relationship Id="rId9" Type="http://schemas.openxmlformats.org/officeDocument/2006/relationships/image" Target="../media/image48.png"  /></Relationships>
</file>

<file path=ppt/slides/_rels/slide10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10" Type="http://schemas.openxmlformats.org/officeDocument/2006/relationships/image" Target="../media/image56.png"  /><Relationship Id="rId11" Type="http://schemas.openxmlformats.org/officeDocument/2006/relationships/image" Target="../media/image57.png"  /><Relationship Id="rId12" Type="http://schemas.openxmlformats.org/officeDocument/2006/relationships/image" Target="../media/image58.png"  /><Relationship Id="rId13" Type="http://schemas.openxmlformats.org/officeDocument/2006/relationships/image" Target="../media/image35.png"  /><Relationship Id="rId2" Type="http://schemas.openxmlformats.org/officeDocument/2006/relationships/image" Target="../media/image18.png"  /><Relationship Id="rId3" Type="http://schemas.openxmlformats.org/officeDocument/2006/relationships/image" Target="../media/image19.png"  /><Relationship Id="rId4" Type="http://schemas.openxmlformats.org/officeDocument/2006/relationships/image" Target="../media/image20.png"  /><Relationship Id="rId5" Type="http://schemas.openxmlformats.org/officeDocument/2006/relationships/image" Target="../media/image52.png"  /><Relationship Id="rId6" Type="http://schemas.openxmlformats.org/officeDocument/2006/relationships/image" Target="../media/image53.png"  /><Relationship Id="rId7" Type="http://schemas.openxmlformats.org/officeDocument/2006/relationships/image" Target="../media/image54.png"  /><Relationship Id="rId8" Type="http://schemas.openxmlformats.org/officeDocument/2006/relationships/image" Target="../media/image55.png"  /><Relationship Id="rId9" Type="http://schemas.openxmlformats.org/officeDocument/2006/relationships/image" Target="../media/image21.png"  /></Relationships>
</file>

<file path=ppt/slides/_rels/slide1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10" Type="http://schemas.openxmlformats.org/officeDocument/2006/relationships/image" Target="../media/image63.png"  /><Relationship Id="rId11" Type="http://schemas.openxmlformats.org/officeDocument/2006/relationships/image" Target="../media/image64.png"  /><Relationship Id="rId12" Type="http://schemas.openxmlformats.org/officeDocument/2006/relationships/image" Target="../media/image65.png"  /><Relationship Id="rId13" Type="http://schemas.openxmlformats.org/officeDocument/2006/relationships/image" Target="../media/image66.png"  /><Relationship Id="rId14" Type="http://schemas.openxmlformats.org/officeDocument/2006/relationships/image" Target="../media/image67.png"  /><Relationship Id="rId15" Type="http://schemas.openxmlformats.org/officeDocument/2006/relationships/image" Target="../media/image68.png"  /><Relationship Id="rId16" Type="http://schemas.openxmlformats.org/officeDocument/2006/relationships/image" Target="../media/image69.png"  /><Relationship Id="rId17" Type="http://schemas.openxmlformats.org/officeDocument/2006/relationships/image" Target="../media/image70.png"  /><Relationship Id="rId18" Type="http://schemas.openxmlformats.org/officeDocument/2006/relationships/image" Target="../media/image71.png"  /><Relationship Id="rId19" Type="http://schemas.openxmlformats.org/officeDocument/2006/relationships/image" Target="../media/image72.png"  /><Relationship Id="rId2" Type="http://schemas.openxmlformats.org/officeDocument/2006/relationships/image" Target="../media/image18.png"  /><Relationship Id="rId3" Type="http://schemas.openxmlformats.org/officeDocument/2006/relationships/image" Target="../media/image19.png"  /><Relationship Id="rId4" Type="http://schemas.openxmlformats.org/officeDocument/2006/relationships/image" Target="../media/image20.png"  /><Relationship Id="rId5" Type="http://schemas.openxmlformats.org/officeDocument/2006/relationships/image" Target="../media/image21.png"  /><Relationship Id="rId6" Type="http://schemas.openxmlformats.org/officeDocument/2006/relationships/image" Target="../media/image59.png"  /><Relationship Id="rId7" Type="http://schemas.openxmlformats.org/officeDocument/2006/relationships/image" Target="../media/image60.png"  /><Relationship Id="rId8" Type="http://schemas.openxmlformats.org/officeDocument/2006/relationships/image" Target="../media/image61.png"  /><Relationship Id="rId9" Type="http://schemas.openxmlformats.org/officeDocument/2006/relationships/image" Target="../media/image62.png"  /></Relationships>
</file>

<file path=ppt/slides/_rels/slide1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10" Type="http://schemas.openxmlformats.org/officeDocument/2006/relationships/image" Target="../media/image76.png"  /><Relationship Id="rId11" Type="http://schemas.openxmlformats.org/officeDocument/2006/relationships/image" Target="../media/image77.png"  /><Relationship Id="rId12" Type="http://schemas.openxmlformats.org/officeDocument/2006/relationships/image" Target="../media/image78.png"  /><Relationship Id="rId2" Type="http://schemas.openxmlformats.org/officeDocument/2006/relationships/image" Target="../media/image18.png"  /><Relationship Id="rId3" Type="http://schemas.openxmlformats.org/officeDocument/2006/relationships/image" Target="../media/image19.png"  /><Relationship Id="rId4" Type="http://schemas.openxmlformats.org/officeDocument/2006/relationships/image" Target="../media/image20.png"  /><Relationship Id="rId5" Type="http://schemas.openxmlformats.org/officeDocument/2006/relationships/image" Target="../media/image21.png"  /><Relationship Id="rId6" Type="http://schemas.openxmlformats.org/officeDocument/2006/relationships/image" Target="../media/image73.png"  /><Relationship Id="rId7" Type="http://schemas.openxmlformats.org/officeDocument/2006/relationships/image" Target="../media/image26.png"  /><Relationship Id="rId8" Type="http://schemas.openxmlformats.org/officeDocument/2006/relationships/image" Target="../media/image74.png"  /><Relationship Id="rId9" Type="http://schemas.openxmlformats.org/officeDocument/2006/relationships/image" Target="../media/image75.png"  /></Relationships>
</file>

<file path=ppt/slides/_rels/slide13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10" Type="http://schemas.openxmlformats.org/officeDocument/2006/relationships/image" Target="../media/image82.png"  /><Relationship Id="rId2" Type="http://schemas.openxmlformats.org/officeDocument/2006/relationships/image" Target="../media/image18.png"  /><Relationship Id="rId3" Type="http://schemas.openxmlformats.org/officeDocument/2006/relationships/image" Target="../media/image19.png"  /><Relationship Id="rId4" Type="http://schemas.openxmlformats.org/officeDocument/2006/relationships/image" Target="../media/image21.png"  /><Relationship Id="rId5" Type="http://schemas.openxmlformats.org/officeDocument/2006/relationships/image" Target="../media/image20.png"  /><Relationship Id="rId6" Type="http://schemas.openxmlformats.org/officeDocument/2006/relationships/image" Target="../media/image79.png"  /><Relationship Id="rId7" Type="http://schemas.openxmlformats.org/officeDocument/2006/relationships/image" Target="../media/image80.png"  /><Relationship Id="rId8" Type="http://schemas.openxmlformats.org/officeDocument/2006/relationships/image" Target="../media/image81.png"  /><Relationship Id="rId9" Type="http://schemas.openxmlformats.org/officeDocument/2006/relationships/image" Target="../media/image26.png"  /></Relationships>
</file>

<file path=ppt/slides/_rels/slide14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83.png"  /><Relationship Id="rId3" Type="http://schemas.openxmlformats.org/officeDocument/2006/relationships/image" Target="../media/image19.png"  /><Relationship Id="rId4" Type="http://schemas.openxmlformats.org/officeDocument/2006/relationships/image" Target="../media/image84.png"  /></Relationships>
</file>

<file path=ppt/slides/slide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eeee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482600" y="8636000"/>
            <a:ext cx="17335500" cy="254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482600" y="469900"/>
            <a:ext cx="17335500" cy="1143000"/>
          </a:xfrm>
          <a:prstGeom prst="rect">
            <a:avLst/>
          </a:prstGeom>
        </p:spPr>
      </p:pic>
      <p:sp>
        <p:nvSpPr>
          <p:cNvPr id="4" name="TextBox 4"/>
          <p:cNvSpPr txBox="1"/>
          <p:nvPr/>
        </p:nvSpPr>
        <p:spPr>
          <a:xfrm>
            <a:off x="317500" y="2641600"/>
            <a:ext cx="17653000" cy="35560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ctr">
              <a:lnSpc>
                <a:spcPct val="99600"/>
              </a:lnSpc>
              <a:defRPr/>
            </a:pPr>
            <a:r>
              <a:rPr lang="en-US" altLang="ko-KR" sz="20000" b="0" i="0" u="none" strike="noStrike">
                <a:solidFill>
                  <a:srgbClr val="000000">
                    <a:alpha val="20000"/>
                  </a:srgbClr>
                </a:solidFill>
                <a:latin typeface="Pretendard ExtraBold"/>
              </a:rPr>
              <a:t>Programmer</a:t>
            </a:r>
            <a:endParaRPr lang="en-US" altLang="ko-KR" sz="20000" b="0" i="0" u="none" strike="noStrike">
              <a:solidFill>
                <a:srgbClr val="000000">
                  <a:alpha val="20000"/>
                </a:srgbClr>
              </a:solidFill>
              <a:latin typeface="Pretendard ExtraBold"/>
            </a:endParaR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-203200" y="5130800"/>
            <a:ext cx="18681700" cy="5321300"/>
          </a:xfrm>
          <a:prstGeom prst="rect">
            <a:avLst/>
          </a:prstGeom>
          <a:effectLst>
            <a:outerShdw blurRad="352096" dir="5400000">
              <a:srgbClr val="000000">
                <a:alpha val="15000"/>
              </a:srgbClr>
            </a:outerShdw>
          </a:effectLst>
        </p:spPr>
      </p:pic>
      <p:pic>
        <p:nvPicPr>
          <p:cNvPr id="6" name="Picture 6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3060700" y="9296400"/>
            <a:ext cx="12166600" cy="533400"/>
          </a:xfrm>
          <a:prstGeom prst="rect">
            <a:avLst/>
          </a:prstGeom>
        </p:spPr>
      </p:pic>
      <p:sp>
        <p:nvSpPr>
          <p:cNvPr id="7" name="TextBox 7"/>
          <p:cNvSpPr txBox="1"/>
          <p:nvPr/>
        </p:nvSpPr>
        <p:spPr>
          <a:xfrm>
            <a:off x="3289300" y="9385300"/>
            <a:ext cx="11709400" cy="3810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ctr">
              <a:lnSpc>
                <a:spcPct val="99600"/>
              </a:lnSpc>
              <a:defRPr/>
            </a:pPr>
            <a:r>
              <a:rPr lang="en-US" sz="2100" b="1" i="0" u="none" strike="noStrike">
                <a:solidFill>
                  <a:srgbClr val="ffffff"/>
                </a:solidFill>
                <a:latin typeface="Pretendard Medium"/>
              </a:rPr>
              <a:t>M.</a:t>
            </a:r>
            <a:r>
              <a:rPr lang="en-US" sz="2100" b="0" i="0" u="none" strike="noStrike">
                <a:solidFill>
                  <a:srgbClr val="ffffff"/>
                </a:solidFill>
                <a:latin typeface="Pretendard Medium"/>
              </a:rPr>
              <a:t> 010-</a:t>
            </a:r>
            <a:r>
              <a:rPr lang="en-US" altLang="ko-KR" sz="2100" b="0" i="0" u="none" strike="noStrike">
                <a:solidFill>
                  <a:srgbClr val="ffffff"/>
                </a:solidFill>
                <a:latin typeface="Pretendard Medium"/>
              </a:rPr>
              <a:t>4768-5892</a:t>
            </a:r>
            <a:r>
              <a:rPr lang="en-US" sz="2100" b="0" i="0" u="none" strike="noStrike">
                <a:solidFill>
                  <a:srgbClr val="ffffff"/>
                </a:solidFill>
                <a:latin typeface="Pretendard Medium"/>
              </a:rPr>
              <a:t>      |      </a:t>
            </a:r>
            <a:r>
              <a:rPr lang="en-US" sz="2100" b="1" i="0" u="none" strike="noStrike">
                <a:solidFill>
                  <a:srgbClr val="ffffff"/>
                </a:solidFill>
                <a:latin typeface="Pretendard Medium"/>
              </a:rPr>
              <a:t>E.</a:t>
            </a:r>
            <a:r>
              <a:rPr lang="en-US" sz="2100" b="0" i="0" u="none" strike="noStrike">
                <a:solidFill>
                  <a:srgbClr val="ffffff"/>
                </a:solidFill>
                <a:latin typeface="Pretendard Medium"/>
              </a:rPr>
              <a:t> </a:t>
            </a:r>
            <a:r>
              <a:rPr lang="en-US" altLang="ko-KR" sz="2100" b="0" i="0" u="none" strike="noStrike">
                <a:solidFill>
                  <a:srgbClr val="ffffff"/>
                </a:solidFill>
                <a:latin typeface="Pretendard Medium"/>
              </a:rPr>
              <a:t>kimhb532@gmail.com</a:t>
            </a:r>
            <a:r>
              <a:rPr lang="en-US" sz="2100" b="0" i="0" u="none" strike="noStrike">
                <a:solidFill>
                  <a:srgbClr val="ffffff"/>
                </a:solidFill>
                <a:latin typeface="Pretendard Medium"/>
              </a:rPr>
              <a:t>      |      </a:t>
            </a:r>
            <a:r>
              <a:rPr lang="en-US" sz="2100" b="1" i="0" u="none" strike="noStrike">
                <a:solidFill>
                  <a:srgbClr val="ffffff"/>
                </a:solidFill>
                <a:latin typeface="Pretendard Medium"/>
              </a:rPr>
              <a:t>W.</a:t>
            </a:r>
            <a:r>
              <a:rPr lang="en-US" sz="2100" b="0" i="0" u="none" strike="noStrike">
                <a:solidFill>
                  <a:srgbClr val="ffffff"/>
                </a:solidFill>
                <a:latin typeface="Pretendard Medium"/>
              </a:rPr>
              <a:t> </a:t>
            </a:r>
            <a:r>
              <a:rPr lang="en-US" altLang="ko-KR" sz="2100" b="0" i="0" u="none" strike="noStrike">
                <a:solidFill>
                  <a:srgbClr val="ffffff"/>
                </a:solidFill>
                <a:latin typeface="Pretendard Medium"/>
              </a:rPr>
              <a:t>-</a:t>
            </a:r>
            <a:endParaRPr lang="en-US" altLang="ko-KR" sz="2100" b="0" i="0" u="none" strike="noStrike">
              <a:solidFill>
                <a:srgbClr val="ffffff"/>
              </a:solidFill>
              <a:latin typeface="Pretendard Medium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1981200" y="6819900"/>
            <a:ext cx="14338300" cy="4445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ctr">
              <a:lnSpc>
                <a:spcPct val="99600"/>
              </a:lnSpc>
              <a:defRPr/>
            </a:pPr>
            <a:r>
              <a:rPr lang="ko-KR" sz="2500" b="0" i="0" u="none" strike="noStrike">
                <a:solidFill>
                  <a:srgbClr val="000000">
                    <a:alpha val="40000"/>
                  </a:srgbClr>
                </a:solidFill>
                <a:ea typeface="Pretendard SemiBold"/>
              </a:rPr>
              <a:t>이곳에</a:t>
            </a:r>
            <a:r>
              <a:rPr lang="en-US" sz="2500" b="0" i="0" u="none" strike="noStrike">
                <a:solidFill>
                  <a:srgbClr val="000000">
                    <a:alpha val="40000"/>
                  </a:srgbClr>
                </a:solidFill>
                <a:latin typeface="Pretendard SemiBold"/>
              </a:rPr>
              <a:t> </a:t>
            </a:r>
            <a:r>
              <a:rPr lang="ko-KR" sz="2500" b="0" i="0" u="none" strike="noStrike">
                <a:solidFill>
                  <a:srgbClr val="000000">
                    <a:alpha val="40000"/>
                  </a:srgbClr>
                </a:solidFill>
                <a:ea typeface="Pretendard SemiBold"/>
              </a:rPr>
              <a:t>한줄</a:t>
            </a:r>
            <a:r>
              <a:rPr lang="en-US" sz="2500" b="0" i="0" u="none" strike="noStrike">
                <a:solidFill>
                  <a:srgbClr val="000000">
                    <a:alpha val="40000"/>
                  </a:srgbClr>
                </a:solidFill>
                <a:latin typeface="Pretendard SemiBold"/>
              </a:rPr>
              <a:t> </a:t>
            </a:r>
            <a:r>
              <a:rPr lang="ko-KR" sz="2500" b="0" i="0" u="none" strike="noStrike">
                <a:solidFill>
                  <a:srgbClr val="000000">
                    <a:alpha val="40000"/>
                  </a:srgbClr>
                </a:solidFill>
                <a:ea typeface="Pretendard SemiBold"/>
              </a:rPr>
              <a:t>소개를</a:t>
            </a:r>
            <a:r>
              <a:rPr lang="en-US" sz="2500" b="0" i="0" u="none" strike="noStrike">
                <a:solidFill>
                  <a:srgbClr val="000000">
                    <a:alpha val="40000"/>
                  </a:srgbClr>
                </a:solidFill>
                <a:latin typeface="Pretendard SemiBold"/>
              </a:rPr>
              <a:t> </a:t>
            </a:r>
            <a:r>
              <a:rPr lang="ko-KR" sz="2500" b="0" i="0" u="none" strike="noStrike">
                <a:solidFill>
                  <a:srgbClr val="000000">
                    <a:alpha val="40000"/>
                  </a:srgbClr>
                </a:solidFill>
                <a:ea typeface="Pretendard SemiBold"/>
              </a:rPr>
              <a:t>입력해주세요</a:t>
            </a:r>
            <a:r>
              <a:rPr lang="en-US" sz="2500" b="0" i="0" u="none" strike="noStrike">
                <a:solidFill>
                  <a:srgbClr val="000000">
                    <a:alpha val="40000"/>
                  </a:srgbClr>
                </a:solidFill>
                <a:latin typeface="Pretendard SemiBold"/>
              </a:rPr>
              <a:t>.</a:t>
            </a:r>
            <a:endParaRPr lang="en-US" sz="2500" b="0" i="0" u="none" strike="noStrike">
              <a:solidFill>
                <a:srgbClr val="000000">
                  <a:alpha val="40000"/>
                </a:srgbClr>
              </a:solidFill>
              <a:latin typeface="Pretendard SemiBold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4178300" y="5232400"/>
            <a:ext cx="9918700" cy="16891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ctr">
              <a:lnSpc>
                <a:spcPct val="99600"/>
              </a:lnSpc>
              <a:defRPr/>
            </a:pPr>
            <a:r>
              <a:rPr lang="en-US" sz="9500" b="0" i="0" u="none" strike="noStrike" spc="400">
                <a:solidFill>
                  <a:srgbClr val="000000"/>
                </a:solidFill>
                <a:latin typeface="Pretendard Black"/>
              </a:rPr>
              <a:t>Kim</a:t>
            </a:r>
            <a:r>
              <a:rPr lang="ko-KR" altLang="en-US" sz="9500" b="0" i="0" u="none" strike="noStrike" spc="400">
                <a:solidFill>
                  <a:srgbClr val="000000"/>
                </a:solidFill>
                <a:latin typeface="Pretendard Black"/>
              </a:rPr>
              <a:t> </a:t>
            </a:r>
            <a:r>
              <a:rPr lang="en-US" altLang="ko-KR" sz="9500" b="0" i="0" u="none" strike="noStrike" spc="400">
                <a:solidFill>
                  <a:srgbClr val="000000"/>
                </a:solidFill>
                <a:latin typeface="Pretendard Black"/>
              </a:rPr>
              <a:t>HongBeom</a:t>
            </a:r>
            <a:endParaRPr lang="en-US" altLang="ko-KR" sz="9500" b="0" i="0" u="none" strike="noStrike" spc="400">
              <a:solidFill>
                <a:srgbClr val="000000"/>
              </a:solidFill>
              <a:latin typeface="Pretendard Black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889000" y="876300"/>
            <a:ext cx="16510000" cy="3556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ctr">
              <a:lnSpc>
                <a:spcPct val="99600"/>
              </a:lnSpc>
              <a:defRPr/>
            </a:pPr>
            <a:r>
              <a:rPr lang="en-US" sz="2000" b="0" i="0" u="none" strike="noStrike">
                <a:solidFill>
                  <a:srgbClr val="ffffff"/>
                </a:solidFill>
                <a:latin typeface="Pretendard SemiBold"/>
              </a:rPr>
              <a:t>20</a:t>
            </a:r>
            <a:r>
              <a:rPr lang="en-US" altLang="ko-KR" sz="2000" b="0" i="0" u="none" strike="noStrike">
                <a:solidFill>
                  <a:srgbClr val="ffffff"/>
                </a:solidFill>
                <a:latin typeface="Pretendard SemiBold"/>
              </a:rPr>
              <a:t>26</a:t>
            </a:r>
            <a:r>
              <a:rPr lang="en-US" sz="2000" b="0" i="0" u="none" strike="noStrike">
                <a:solidFill>
                  <a:srgbClr val="ffffff"/>
                </a:solidFill>
                <a:latin typeface="Pretendard SemiBold"/>
              </a:rPr>
              <a:t> Kim </a:t>
            </a:r>
            <a:r>
              <a:rPr lang="en-US" altLang="ko-KR" sz="2000" b="0" i="0" u="none" strike="noStrike">
                <a:solidFill>
                  <a:srgbClr val="ffffff"/>
                </a:solidFill>
                <a:latin typeface="Pretendard SemiBold"/>
              </a:rPr>
              <a:t>HongBeom</a:t>
            </a:r>
            <a:r>
              <a:rPr lang="en-US" sz="2000" b="0" i="0" u="none" strike="noStrike">
                <a:solidFill>
                  <a:srgbClr val="ffffff"/>
                </a:solidFill>
                <a:latin typeface="Pretendard SemiBold"/>
              </a:rPr>
              <a:t> Portfolio</a:t>
            </a:r>
            <a:endParaRPr lang="en-US" sz="2000" b="0" i="0" u="none" strike="noStrike">
              <a:solidFill>
                <a:srgbClr val="ffffff"/>
              </a:solidFill>
              <a:latin typeface="Pretendard SemiBold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2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eeee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-203200" y="2032000"/>
            <a:ext cx="18681700" cy="8432800"/>
          </a:xfrm>
          <a:prstGeom prst="rect">
            <a:avLst/>
          </a:prstGeom>
          <a:effectLst>
            <a:outerShdw blurRad="884403" dir="5400000">
              <a:srgbClr val="000000">
                <a:alpha val="15000"/>
              </a:srgbClr>
            </a:outerShdw>
          </a:effectLst>
        </p:spPr>
      </p:pic>
      <p:pic>
        <p:nvPicPr>
          <p:cNvPr id="3" name="Picture 3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5105400" y="4635500"/>
            <a:ext cx="12712700" cy="254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5105400" y="7226300"/>
            <a:ext cx="12712700" cy="254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 rotWithShape="1">
          <a:blip r:embed="rId6"/>
          <a:stretch>
            <a:fillRect/>
          </a:stretch>
        </p:blipFill>
        <p:spPr>
          <a:xfrm>
            <a:off x="482600" y="9817100"/>
            <a:ext cx="17335500" cy="254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 rotWithShape="1">
          <a:blip r:embed="rId7"/>
          <a:stretch>
            <a:fillRect/>
          </a:stretch>
        </p:blipFill>
        <p:spPr>
          <a:xfrm>
            <a:off x="5105400" y="2476500"/>
            <a:ext cx="12712700" cy="254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 rotWithShape="1">
          <a:blip r:embed="rId8"/>
          <a:stretch>
            <a:fillRect/>
          </a:stretch>
        </p:blipFill>
        <p:spPr>
          <a:xfrm>
            <a:off x="482600" y="469900"/>
            <a:ext cx="17335500" cy="11430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 rotWithShape="1">
          <a:blip r:embed="rId9"/>
          <a:stretch>
            <a:fillRect/>
          </a:stretch>
        </p:blipFill>
        <p:spPr>
          <a:xfrm>
            <a:off x="8051800" y="8953500"/>
            <a:ext cx="1092200" cy="5207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 rotWithShape="1">
          <a:blip r:embed="rId10"/>
          <a:stretch>
            <a:fillRect/>
          </a:stretch>
        </p:blipFill>
        <p:spPr>
          <a:xfrm>
            <a:off x="8051800" y="8267700"/>
            <a:ext cx="2235200" cy="5207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 rotWithShape="1">
          <a:blip r:embed="rId11"/>
          <a:stretch>
            <a:fillRect/>
          </a:stretch>
        </p:blipFill>
        <p:spPr>
          <a:xfrm>
            <a:off x="8051800" y="7594600"/>
            <a:ext cx="1092200" cy="5207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 rotWithShape="1">
          <a:blip r:embed="rId12"/>
          <a:stretch>
            <a:fillRect/>
          </a:stretch>
        </p:blipFill>
        <p:spPr>
          <a:xfrm>
            <a:off x="10922000" y="8267700"/>
            <a:ext cx="1270000" cy="5334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 rotWithShape="1">
          <a:blip r:embed="rId13"/>
          <a:stretch>
            <a:fillRect/>
          </a:stretch>
        </p:blipFill>
        <p:spPr>
          <a:xfrm>
            <a:off x="10922000" y="7594600"/>
            <a:ext cx="1092200" cy="5334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 rotWithShape="1">
          <a:blip r:embed="rId14"/>
          <a:stretch>
            <a:fillRect/>
          </a:stretch>
        </p:blipFill>
        <p:spPr>
          <a:xfrm>
            <a:off x="10922000" y="8953500"/>
            <a:ext cx="1092200" cy="533400"/>
          </a:xfrm>
          <a:prstGeom prst="rect">
            <a:avLst/>
          </a:prstGeom>
        </p:spPr>
      </p:pic>
      <p:grpSp>
        <p:nvGrpSpPr>
          <p:cNvPr id="14" name="Group 14"/>
          <p:cNvGrpSpPr/>
          <p:nvPr/>
        </p:nvGrpSpPr>
        <p:grpSpPr>
          <a:xfrm rot="0">
            <a:off x="2147483648" y="2147483648"/>
            <a:ext cx="2147483648" cy="2070404864"/>
            <a:chOff x="0" y="0"/>
            <a:chExt cx="914400" cy="914400"/>
          </a:xfrm>
        </p:grpSpPr>
      </p:grpSp>
      <p:grpSp>
        <p:nvGrpSpPr>
          <p:cNvPr id="20" name="Group 20"/>
          <p:cNvGrpSpPr/>
          <p:nvPr/>
        </p:nvGrpSpPr>
        <p:grpSpPr>
          <a:xfrm rot="0">
            <a:off x="2147483648" y="2147483648"/>
            <a:ext cx="2147483648" cy="2070404864"/>
            <a:chOff x="0" y="0"/>
            <a:chExt cx="914400" cy="914400"/>
          </a:xfrm>
        </p:grpSpPr>
      </p:grpSp>
      <p:grpSp>
        <p:nvGrpSpPr>
          <p:cNvPr id="26" name="Group 26"/>
          <p:cNvGrpSpPr/>
          <p:nvPr/>
        </p:nvGrpSpPr>
        <p:grpSpPr>
          <a:xfrm rot="0">
            <a:off x="2147483648" y="2147483648"/>
            <a:ext cx="2147483648" cy="2070404864"/>
            <a:chOff x="0" y="0"/>
            <a:chExt cx="914400" cy="914400"/>
          </a:xfrm>
        </p:grpSpPr>
      </p:grpSp>
      <p:grpSp>
        <p:nvGrpSpPr>
          <p:cNvPr id="32" name="Group 32"/>
          <p:cNvGrpSpPr/>
          <p:nvPr/>
        </p:nvGrpSpPr>
        <p:grpSpPr>
          <a:xfrm rot="0">
            <a:off x="2147483648" y="2147483648"/>
            <a:ext cx="2147483648" cy="2070404864"/>
            <a:chOff x="0" y="0"/>
            <a:chExt cx="914400" cy="914400"/>
          </a:xfrm>
        </p:grpSpPr>
      </p:grpSp>
      <p:grpSp>
        <p:nvGrpSpPr>
          <p:cNvPr id="38" name="Group 38"/>
          <p:cNvGrpSpPr/>
          <p:nvPr/>
        </p:nvGrpSpPr>
        <p:grpSpPr>
          <a:xfrm rot="0">
            <a:off x="2147483648" y="2147483648"/>
            <a:ext cx="2147483648" cy="2070404864"/>
            <a:chOff x="0" y="0"/>
            <a:chExt cx="914400" cy="914400"/>
          </a:xfrm>
        </p:grpSpPr>
      </p:grpSp>
      <p:grpSp>
        <p:nvGrpSpPr>
          <p:cNvPr id="44" name="Group 44"/>
          <p:cNvGrpSpPr/>
          <p:nvPr/>
        </p:nvGrpSpPr>
        <p:grpSpPr>
          <a:xfrm rot="0">
            <a:off x="2147483648" y="2147483648"/>
            <a:ext cx="2147483648" cy="2070404864"/>
            <a:chOff x="0" y="0"/>
            <a:chExt cx="914400" cy="914400"/>
          </a:xfrm>
        </p:grpSpPr>
      </p:grpSp>
      <p:sp>
        <p:nvSpPr>
          <p:cNvPr id="51" name="TextBox 51"/>
          <p:cNvSpPr txBox="1"/>
          <p:nvPr/>
        </p:nvSpPr>
        <p:spPr>
          <a:xfrm>
            <a:off x="10960100" y="9029700"/>
            <a:ext cx="1016000" cy="3937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ctr">
              <a:lnSpc>
                <a:spcPct val="99600"/>
              </a:lnSpc>
              <a:defRPr/>
            </a:pPr>
            <a:r>
              <a:rPr lang="en-US" sz="2200" b="0" i="0" u="none" strike="noStrike" spc="-100">
                <a:solidFill>
                  <a:srgbClr val="000000"/>
                </a:solidFill>
                <a:latin typeface="Pretendard SemiBold"/>
              </a:rPr>
              <a:t>Pr</a:t>
            </a:r>
            <a:endParaRPr lang="en-US" sz="2200" b="0" i="0" u="none" strike="noStrike" spc="-100">
              <a:solidFill>
                <a:srgbClr val="000000"/>
              </a:solidFill>
              <a:latin typeface="Pretendard SemiBold"/>
            </a:endParaRPr>
          </a:p>
        </p:txBody>
      </p:sp>
      <p:sp>
        <p:nvSpPr>
          <p:cNvPr id="52" name="TextBox 52"/>
          <p:cNvSpPr txBox="1"/>
          <p:nvPr/>
        </p:nvSpPr>
        <p:spPr>
          <a:xfrm>
            <a:off x="8102600" y="9029700"/>
            <a:ext cx="1003300" cy="3937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ctr">
              <a:lnSpc>
                <a:spcPct val="99600"/>
              </a:lnSpc>
              <a:defRPr/>
            </a:pPr>
            <a:endParaRPr lang="en-US" sz="2200" b="0" i="0" u="none" strike="noStrike" spc="-100">
              <a:solidFill>
                <a:srgbClr val="000000"/>
              </a:solidFill>
              <a:latin typeface="Pretendard SemiBold"/>
            </a:endParaRPr>
          </a:p>
        </p:txBody>
      </p:sp>
      <p:sp>
        <p:nvSpPr>
          <p:cNvPr id="53" name="TextBox 53"/>
          <p:cNvSpPr txBox="1"/>
          <p:nvPr/>
        </p:nvSpPr>
        <p:spPr>
          <a:xfrm>
            <a:off x="10922000" y="8356600"/>
            <a:ext cx="1270000" cy="3937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ctr">
              <a:lnSpc>
                <a:spcPct val="99600"/>
              </a:lnSpc>
              <a:defRPr/>
            </a:pPr>
            <a:r>
              <a:rPr lang="en-US" altLang="ko-KR" sz="2200" b="0" i="0" u="none" strike="noStrike" spc="-100">
                <a:solidFill>
                  <a:srgbClr val="000000"/>
                </a:solidFill>
                <a:latin typeface="Pretendard SemiBold"/>
              </a:rPr>
              <a:t>ComfyUI</a:t>
            </a:r>
            <a:endParaRPr lang="en-US" altLang="ko-KR" sz="2200" b="0" i="0" u="none" strike="noStrike" spc="-100">
              <a:solidFill>
                <a:srgbClr val="000000"/>
              </a:solidFill>
              <a:latin typeface="Pretendard SemiBold"/>
            </a:endParaRPr>
          </a:p>
        </p:txBody>
      </p:sp>
      <p:sp>
        <p:nvSpPr>
          <p:cNvPr id="54" name="TextBox 54"/>
          <p:cNvSpPr txBox="1"/>
          <p:nvPr/>
        </p:nvSpPr>
        <p:spPr>
          <a:xfrm>
            <a:off x="8255000" y="8356600"/>
            <a:ext cx="1879600" cy="3937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ctr">
              <a:lnSpc>
                <a:spcPct val="99600"/>
              </a:lnSpc>
              <a:defRPr/>
            </a:pPr>
            <a:r>
              <a:rPr lang="en-US" altLang="ko-KR" sz="2200" b="0" i="0" u="none" strike="noStrike" spc="-100">
                <a:solidFill>
                  <a:srgbClr val="000000"/>
                </a:solidFill>
                <a:latin typeface="Pretendard SemiBold"/>
              </a:rPr>
              <a:t>StableDiffusion</a:t>
            </a:r>
            <a:endParaRPr lang="en-US" altLang="ko-KR" sz="2200" b="0" i="0" u="none" strike="noStrike" spc="-100">
              <a:solidFill>
                <a:srgbClr val="000000"/>
              </a:solidFill>
              <a:latin typeface="Pretendard SemiBold"/>
            </a:endParaRPr>
          </a:p>
        </p:txBody>
      </p:sp>
      <p:sp>
        <p:nvSpPr>
          <p:cNvPr id="55" name="TextBox 55"/>
          <p:cNvSpPr txBox="1"/>
          <p:nvPr/>
        </p:nvSpPr>
        <p:spPr>
          <a:xfrm>
            <a:off x="10922000" y="7670800"/>
            <a:ext cx="1079500" cy="3937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ctr">
              <a:lnSpc>
                <a:spcPct val="99600"/>
              </a:lnSpc>
              <a:defRPr/>
            </a:pPr>
            <a:r>
              <a:rPr lang="en-US" altLang="ko-KR" sz="2200" b="0" i="0" u="none" strike="noStrike" spc="-100">
                <a:solidFill>
                  <a:srgbClr val="000000"/>
                </a:solidFill>
                <a:latin typeface="Pretendard SemiBold"/>
              </a:rPr>
              <a:t>Unreal</a:t>
            </a:r>
            <a:endParaRPr lang="en-US" altLang="ko-KR" sz="2200" b="0" i="0" u="none" strike="noStrike" spc="-100">
              <a:solidFill>
                <a:srgbClr val="000000"/>
              </a:solidFill>
              <a:latin typeface="Pretendard SemiBold"/>
            </a:endParaRPr>
          </a:p>
        </p:txBody>
      </p:sp>
      <p:sp>
        <p:nvSpPr>
          <p:cNvPr id="56" name="TextBox 56"/>
          <p:cNvSpPr txBox="1"/>
          <p:nvPr/>
        </p:nvSpPr>
        <p:spPr>
          <a:xfrm>
            <a:off x="8064500" y="7670800"/>
            <a:ext cx="1079500" cy="3937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ctr">
              <a:lnSpc>
                <a:spcPct val="99600"/>
              </a:lnSpc>
              <a:defRPr/>
            </a:pPr>
            <a:r>
              <a:rPr lang="en-US" altLang="ko-KR" sz="2200" b="0" i="0" u="none" strike="noStrike" spc="-100">
                <a:solidFill>
                  <a:srgbClr val="000000"/>
                </a:solidFill>
                <a:latin typeface="Pretendard SemiBold"/>
              </a:rPr>
              <a:t>C/C++</a:t>
            </a:r>
            <a:endParaRPr lang="en-US" altLang="ko-KR" sz="2200" b="0" i="0" u="none" strike="noStrike" spc="-100">
              <a:solidFill>
                <a:srgbClr val="000000"/>
              </a:solidFill>
              <a:latin typeface="Pretendard SemiBold"/>
            </a:endParaRPr>
          </a:p>
        </p:txBody>
      </p:sp>
      <p:sp>
        <p:nvSpPr>
          <p:cNvPr id="57" name="TextBox 57"/>
          <p:cNvSpPr txBox="1"/>
          <p:nvPr/>
        </p:nvSpPr>
        <p:spPr>
          <a:xfrm>
            <a:off x="5092700" y="7429500"/>
            <a:ext cx="2946400" cy="4064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99600"/>
              </a:lnSpc>
              <a:defRPr/>
            </a:pPr>
            <a:r>
              <a:rPr lang="ko-KR" sz="2300" b="0" i="0" u="none" strike="noStrike">
                <a:solidFill>
                  <a:srgbClr val="000000"/>
                </a:solidFill>
                <a:ea typeface="Pretendard Bold"/>
              </a:rPr>
              <a:t>기술</a:t>
            </a:r>
            <a:r>
              <a:rPr lang="en-US" sz="2300" b="0" i="0" u="none" strike="noStrike">
                <a:solidFill>
                  <a:srgbClr val="000000"/>
                </a:solidFill>
                <a:latin typeface="Pretendard Bold"/>
              </a:rPr>
              <a:t>  Skill</a:t>
            </a:r>
            <a:endParaRPr lang="en-US" sz="2300" b="0" i="0" u="none" strike="noStrike">
              <a:solidFill>
                <a:srgbClr val="000000"/>
              </a:solidFill>
              <a:latin typeface="Pretendard Bold"/>
            </a:endParaRPr>
          </a:p>
        </p:txBody>
      </p:sp>
      <p:sp>
        <p:nvSpPr>
          <p:cNvPr id="64" name="TextBox 64"/>
          <p:cNvSpPr txBox="1"/>
          <p:nvPr/>
        </p:nvSpPr>
        <p:spPr>
          <a:xfrm>
            <a:off x="10922000" y="4940300"/>
            <a:ext cx="6934200" cy="3302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99600"/>
              </a:lnSpc>
              <a:defRPr/>
            </a:pPr>
            <a:r>
              <a:rPr lang="ko-KR" sz="1900" b="0" i="0" u="none" strike="noStrike">
                <a:solidFill>
                  <a:srgbClr val="000000"/>
                </a:solidFill>
                <a:ea typeface="Pretendard Medium"/>
              </a:rPr>
              <a:t>미리</a:t>
            </a:r>
            <a:r>
              <a:rPr lang="en-US" sz="1900" b="0" i="0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1900" b="0" i="0" u="none" strike="noStrike">
                <a:solidFill>
                  <a:srgbClr val="000000"/>
                </a:solidFill>
                <a:ea typeface="Pretendard Medium"/>
              </a:rPr>
              <a:t>기업</a:t>
            </a:r>
            <a:r>
              <a:rPr lang="en-US" sz="1900" b="0" i="0" u="none" strike="noStrike">
                <a:solidFill>
                  <a:srgbClr val="000000"/>
                </a:solidFill>
                <a:latin typeface="Pretendard Medium"/>
              </a:rPr>
              <a:t>  </a:t>
            </a:r>
            <a:r>
              <a:rPr lang="ko-KR" sz="1900" b="0" i="0" u="none" strike="noStrike">
                <a:solidFill>
                  <a:srgbClr val="000000"/>
                </a:solidFill>
                <a:ea typeface="Pretendard Medium"/>
              </a:rPr>
              <a:t>디자인팀</a:t>
            </a:r>
            <a:r>
              <a:rPr lang="en-US" sz="1900" b="0" i="0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1900" b="0" i="0" u="none" strike="noStrike">
                <a:solidFill>
                  <a:srgbClr val="000000"/>
                </a:solidFill>
                <a:ea typeface="Pretendard Medium"/>
              </a:rPr>
              <a:t>그래픽디자이너</a:t>
            </a:r>
            <a:endParaRPr lang="ko-KR" sz="1900" b="0" i="0" u="none" strike="noStrike">
              <a:solidFill>
                <a:srgbClr val="000000"/>
              </a:solidFill>
              <a:ea typeface="Pretendard Medium"/>
            </a:endParaRPr>
          </a:p>
        </p:txBody>
      </p:sp>
      <p:sp>
        <p:nvSpPr>
          <p:cNvPr id="65" name="TextBox 65"/>
          <p:cNvSpPr txBox="1"/>
          <p:nvPr/>
        </p:nvSpPr>
        <p:spPr>
          <a:xfrm>
            <a:off x="8051800" y="4940300"/>
            <a:ext cx="2590800" cy="3302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99600"/>
              </a:lnSpc>
              <a:defRPr/>
            </a:pPr>
            <a:r>
              <a:rPr lang="en-US" sz="1900" b="0" i="0" u="none" strike="noStrike">
                <a:solidFill>
                  <a:srgbClr val="000000"/>
                </a:solidFill>
                <a:latin typeface="Pretendard Medium"/>
              </a:rPr>
              <a:t>2080.01 - 2080.05</a:t>
            </a:r>
            <a:endParaRPr lang="en-US" sz="1900" b="0" i="0" u="none" strike="noStrike">
              <a:solidFill>
                <a:srgbClr val="000000"/>
              </a:solidFill>
              <a:latin typeface="Pretendard Medium"/>
            </a:endParaRPr>
          </a:p>
        </p:txBody>
      </p:sp>
      <p:sp>
        <p:nvSpPr>
          <p:cNvPr id="66" name="TextBox 66"/>
          <p:cNvSpPr txBox="1"/>
          <p:nvPr/>
        </p:nvSpPr>
        <p:spPr>
          <a:xfrm>
            <a:off x="5092700" y="4876800"/>
            <a:ext cx="2946400" cy="4064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99600"/>
              </a:lnSpc>
              <a:defRPr/>
            </a:pPr>
            <a:r>
              <a:rPr lang="ko-KR" sz="2300" b="0" i="0" u="none" strike="noStrike">
                <a:solidFill>
                  <a:srgbClr val="000000"/>
                </a:solidFill>
                <a:ea typeface="Pretendard Bold"/>
              </a:rPr>
              <a:t>경력</a:t>
            </a:r>
            <a:r>
              <a:rPr lang="en-US" sz="2300" b="0" i="0" u="none" strike="noStrike">
                <a:solidFill>
                  <a:srgbClr val="000000"/>
                </a:solidFill>
                <a:latin typeface="Pretendard Bold"/>
              </a:rPr>
              <a:t>  Experience</a:t>
            </a:r>
            <a:endParaRPr lang="en-US" sz="2300" b="0" i="0" u="none" strike="noStrike">
              <a:solidFill>
                <a:srgbClr val="000000"/>
              </a:solidFill>
              <a:latin typeface="Pretendard Bold"/>
            </a:endParaRPr>
          </a:p>
        </p:txBody>
      </p:sp>
      <p:sp>
        <p:nvSpPr>
          <p:cNvPr id="69" name="TextBox 69"/>
          <p:cNvSpPr txBox="1"/>
          <p:nvPr/>
        </p:nvSpPr>
        <p:spPr>
          <a:xfrm>
            <a:off x="10922000" y="3200400"/>
            <a:ext cx="6934200" cy="3302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99600"/>
              </a:lnSpc>
              <a:defRPr/>
            </a:pPr>
            <a:r>
              <a:rPr lang="ko-KR" sz="1900" b="0" i="0" u="none" strike="noStrike">
                <a:solidFill>
                  <a:srgbClr val="000000"/>
                </a:solidFill>
                <a:ea typeface="Pretendard Medium"/>
              </a:rPr>
              <a:t>미리대학교</a:t>
            </a:r>
            <a:r>
              <a:rPr lang="en-US" sz="1900" b="0" i="0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1900" b="0" i="0" u="none" strike="noStrike">
                <a:solidFill>
                  <a:srgbClr val="000000"/>
                </a:solidFill>
                <a:ea typeface="Pretendard Medium"/>
              </a:rPr>
              <a:t>디자인과</a:t>
            </a:r>
            <a:r>
              <a:rPr lang="en-US" sz="1900" b="0" i="0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1900" b="0" i="0" u="none" strike="noStrike">
                <a:solidFill>
                  <a:srgbClr val="000000"/>
                </a:solidFill>
                <a:ea typeface="Pretendard Medium"/>
              </a:rPr>
              <a:t>졸업</a:t>
            </a:r>
            <a:endParaRPr lang="ko-KR" sz="1900" b="0" i="0" u="none" strike="noStrike">
              <a:solidFill>
                <a:srgbClr val="000000"/>
              </a:solidFill>
              <a:ea typeface="Pretendard Medium"/>
            </a:endParaRPr>
          </a:p>
        </p:txBody>
      </p:sp>
      <p:sp>
        <p:nvSpPr>
          <p:cNvPr id="70" name="TextBox 70"/>
          <p:cNvSpPr txBox="1"/>
          <p:nvPr/>
        </p:nvSpPr>
        <p:spPr>
          <a:xfrm>
            <a:off x="8051800" y="3187700"/>
            <a:ext cx="2590800" cy="3302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99600"/>
              </a:lnSpc>
              <a:defRPr/>
            </a:pPr>
            <a:r>
              <a:rPr lang="en-US" sz="1900" b="0" i="0" u="none" strike="noStrike">
                <a:solidFill>
                  <a:srgbClr val="000000"/>
                </a:solidFill>
                <a:latin typeface="Pretendard Medium"/>
              </a:rPr>
              <a:t>2080.03 - 2080.02</a:t>
            </a:r>
            <a:endParaRPr lang="en-US" sz="1900" b="0" i="0" u="none" strike="noStrike">
              <a:solidFill>
                <a:srgbClr val="000000"/>
              </a:solidFill>
              <a:latin typeface="Pretendard Medium"/>
            </a:endParaRPr>
          </a:p>
        </p:txBody>
      </p:sp>
      <p:sp>
        <p:nvSpPr>
          <p:cNvPr id="71" name="TextBox 71"/>
          <p:cNvSpPr txBox="1"/>
          <p:nvPr/>
        </p:nvSpPr>
        <p:spPr>
          <a:xfrm>
            <a:off x="10922000" y="2692400"/>
            <a:ext cx="6934200" cy="3302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99600"/>
              </a:lnSpc>
              <a:defRPr/>
            </a:pPr>
            <a:r>
              <a:rPr lang="ko-KR" altLang="en-US" sz="1900" b="0" i="0" u="none" strike="noStrike">
                <a:solidFill>
                  <a:srgbClr val="000000"/>
                </a:solidFill>
                <a:ea typeface="Pretendard Medium"/>
              </a:rPr>
              <a:t>제주대학교 컴퓨터 공학과 </a:t>
            </a:r>
            <a:r>
              <a:rPr lang="en-US" altLang="ko-KR" sz="1900" b="0" i="0" u="none" strike="noStrike">
                <a:solidFill>
                  <a:srgbClr val="000000"/>
                </a:solidFill>
                <a:ea typeface="Pretendard Medium"/>
              </a:rPr>
              <a:t>(4</a:t>
            </a:r>
            <a:r>
              <a:rPr lang="ko-KR" altLang="en-US" sz="1900" b="0" i="0" u="none" strike="noStrike">
                <a:solidFill>
                  <a:srgbClr val="000000"/>
                </a:solidFill>
                <a:ea typeface="Pretendard Medium"/>
              </a:rPr>
              <a:t>년중퇴</a:t>
            </a:r>
            <a:r>
              <a:rPr lang="en-US" altLang="ko-KR" sz="1900" b="0" i="0" u="none" strike="noStrike">
                <a:solidFill>
                  <a:srgbClr val="000000"/>
                </a:solidFill>
                <a:ea typeface="Pretendard Medium"/>
              </a:rPr>
              <a:t>)</a:t>
            </a:r>
            <a:endParaRPr lang="en-US" altLang="ko-KR" sz="1900" b="0" i="0" u="none" strike="noStrike">
              <a:solidFill>
                <a:srgbClr val="000000"/>
              </a:solidFill>
              <a:ea typeface="Pretendard Medium"/>
            </a:endParaRPr>
          </a:p>
        </p:txBody>
      </p:sp>
      <p:sp>
        <p:nvSpPr>
          <p:cNvPr id="72" name="TextBox 72"/>
          <p:cNvSpPr txBox="1"/>
          <p:nvPr/>
        </p:nvSpPr>
        <p:spPr>
          <a:xfrm>
            <a:off x="8051800" y="2692400"/>
            <a:ext cx="2590800" cy="3302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99600"/>
              </a:lnSpc>
              <a:defRPr/>
            </a:pPr>
            <a:r>
              <a:rPr lang="en-US" sz="1900" b="0" i="0" u="none" strike="noStrike">
                <a:solidFill>
                  <a:srgbClr val="000000"/>
                </a:solidFill>
                <a:latin typeface="Pretendard Medium"/>
              </a:rPr>
              <a:t>20</a:t>
            </a:r>
            <a:r>
              <a:rPr lang="en-US" altLang="ko-KR" sz="1900" b="0" i="0" u="none" strike="noStrike">
                <a:solidFill>
                  <a:srgbClr val="000000"/>
                </a:solidFill>
                <a:latin typeface="Pretendard Medium"/>
              </a:rPr>
              <a:t>14</a:t>
            </a:r>
            <a:r>
              <a:rPr lang="en-US" sz="1900" b="0" i="0" u="none" strike="noStrike">
                <a:solidFill>
                  <a:srgbClr val="000000"/>
                </a:solidFill>
                <a:latin typeface="Pretendard Medium"/>
              </a:rPr>
              <a:t>.0</a:t>
            </a:r>
            <a:r>
              <a:rPr lang="en-US" altLang="ko-KR" sz="1900" b="0" i="0" u="none" strike="noStrike">
                <a:solidFill>
                  <a:srgbClr val="000000"/>
                </a:solidFill>
                <a:latin typeface="Pretendard Medium"/>
              </a:rPr>
              <a:t>2</a:t>
            </a:r>
            <a:r>
              <a:rPr lang="en-US" sz="1900" b="0" i="0" u="none" strike="noStrike">
                <a:solidFill>
                  <a:srgbClr val="000000"/>
                </a:solidFill>
                <a:latin typeface="Pretendard Medium"/>
              </a:rPr>
              <a:t> - 20</a:t>
            </a:r>
            <a:r>
              <a:rPr lang="en-US" altLang="ko-KR" sz="1900" b="0" i="0" u="none" strike="noStrike">
                <a:solidFill>
                  <a:srgbClr val="000000"/>
                </a:solidFill>
                <a:latin typeface="Pretendard Medium"/>
              </a:rPr>
              <a:t>23</a:t>
            </a:r>
            <a:r>
              <a:rPr lang="en-US" sz="1900" b="0" i="0" u="none" strike="noStrike">
                <a:solidFill>
                  <a:srgbClr val="000000"/>
                </a:solidFill>
                <a:latin typeface="Pretendard Medium"/>
              </a:rPr>
              <a:t>.</a:t>
            </a:r>
            <a:r>
              <a:rPr lang="en-US" altLang="ko-KR" sz="1900" b="0" i="0" u="none" strike="noStrike">
                <a:solidFill>
                  <a:srgbClr val="000000"/>
                </a:solidFill>
                <a:latin typeface="Pretendard Medium"/>
              </a:rPr>
              <a:t>09</a:t>
            </a:r>
            <a:endParaRPr lang="en-US" altLang="ko-KR" sz="1900" b="0" i="0" u="none" strike="noStrike">
              <a:solidFill>
                <a:srgbClr val="000000"/>
              </a:solidFill>
              <a:latin typeface="Pretendard Medium"/>
            </a:endParaRPr>
          </a:p>
        </p:txBody>
      </p:sp>
      <p:sp>
        <p:nvSpPr>
          <p:cNvPr id="73" name="TextBox 73"/>
          <p:cNvSpPr txBox="1"/>
          <p:nvPr/>
        </p:nvSpPr>
        <p:spPr>
          <a:xfrm>
            <a:off x="5092700" y="2616200"/>
            <a:ext cx="2946400" cy="4064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99600"/>
              </a:lnSpc>
              <a:defRPr/>
            </a:pPr>
            <a:r>
              <a:rPr lang="ko-KR" sz="2300" b="0" i="0" u="none" strike="noStrike">
                <a:solidFill>
                  <a:srgbClr val="000000"/>
                </a:solidFill>
                <a:ea typeface="Pretendard Bold"/>
              </a:rPr>
              <a:t>학력</a:t>
            </a:r>
            <a:r>
              <a:rPr lang="en-US" sz="2300" b="0" i="0" u="none" strike="noStrike">
                <a:solidFill>
                  <a:srgbClr val="000000"/>
                </a:solidFill>
                <a:latin typeface="Pretendard Bold"/>
              </a:rPr>
              <a:t>  Education</a:t>
            </a:r>
            <a:endParaRPr lang="en-US" sz="2300" b="0" i="0" u="none" strike="noStrike">
              <a:solidFill>
                <a:srgbClr val="000000"/>
              </a:solidFill>
              <a:latin typeface="Pretendard Bold"/>
            </a:endParaRPr>
          </a:p>
        </p:txBody>
      </p:sp>
      <p:sp>
        <p:nvSpPr>
          <p:cNvPr id="74" name="TextBox 74"/>
          <p:cNvSpPr txBox="1"/>
          <p:nvPr/>
        </p:nvSpPr>
        <p:spPr>
          <a:xfrm>
            <a:off x="876300" y="8547100"/>
            <a:ext cx="3657600" cy="10668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124499"/>
              </a:lnSpc>
              <a:defRPr/>
            </a:pPr>
            <a:r>
              <a:rPr lang="en-US" sz="1900" b="0" i="0" u="none" strike="noStrike">
                <a:solidFill>
                  <a:srgbClr val="ff3c00"/>
                </a:solidFill>
                <a:latin typeface="Pretendard Medium"/>
              </a:rPr>
              <a:t>010-</a:t>
            </a:r>
            <a:r>
              <a:rPr lang="en-US" altLang="ko-KR" sz="1900" b="0" i="0" u="none" strike="noStrike">
                <a:solidFill>
                  <a:srgbClr val="ff3c00"/>
                </a:solidFill>
                <a:latin typeface="Pretendard Medium"/>
              </a:rPr>
              <a:t>4768-5892</a:t>
            </a:r>
            <a:endParaRPr lang="en-US" altLang="ko-KR" sz="1900" b="0" i="0" u="none" strike="noStrike">
              <a:solidFill>
                <a:srgbClr val="ff3c00"/>
              </a:solidFill>
              <a:latin typeface="Pretendard Medium"/>
            </a:endParaRPr>
          </a:p>
          <a:p>
            <a:pPr lvl="0" algn="l">
              <a:lnSpc>
                <a:spcPct val="124499"/>
              </a:lnSpc>
              <a:defRPr/>
            </a:pPr>
            <a:r>
              <a:rPr lang="en-US" altLang="ko-KR" sz="1900" b="0" i="0" u="none" strike="noStrike">
                <a:solidFill>
                  <a:srgbClr val="ff3c00"/>
                </a:solidFill>
                <a:latin typeface="Pretendard Medium"/>
              </a:rPr>
              <a:t>kimhb532@gmail.com</a:t>
            </a:r>
            <a:endParaRPr lang="en-US" altLang="ko-KR" sz="1900" b="0" i="0" u="none" strike="noStrike">
              <a:solidFill>
                <a:srgbClr val="ff3c00"/>
              </a:solidFill>
              <a:latin typeface="Pretendard Medium"/>
            </a:endParaRPr>
          </a:p>
          <a:p>
            <a:pPr lvl="0" algn="l">
              <a:lnSpc>
                <a:spcPct val="124499"/>
              </a:lnSpc>
              <a:defRPr/>
            </a:pPr>
            <a:r>
              <a:rPr lang="en-US" altLang="ko-KR" sz="1900" b="0" i="0" u="none" strike="noStrike">
                <a:solidFill>
                  <a:srgbClr val="ff3c00"/>
                </a:solidFill>
                <a:latin typeface="Pretendard Medium"/>
              </a:rPr>
              <a:t>-</a:t>
            </a:r>
            <a:endParaRPr lang="en-US" altLang="ko-KR" sz="1900" b="0" i="0" u="none" strike="noStrike">
              <a:solidFill>
                <a:srgbClr val="ff3c00"/>
              </a:solidFill>
              <a:latin typeface="Pretendard Medium"/>
            </a:endParaRPr>
          </a:p>
        </p:txBody>
      </p:sp>
      <p:sp>
        <p:nvSpPr>
          <p:cNvPr id="75" name="TextBox 75"/>
          <p:cNvSpPr txBox="1"/>
          <p:nvPr/>
        </p:nvSpPr>
        <p:spPr>
          <a:xfrm>
            <a:off x="508000" y="8547100"/>
            <a:ext cx="406400" cy="10668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124499"/>
              </a:lnSpc>
              <a:defRPr/>
            </a:pPr>
            <a:r>
              <a:rPr lang="en-US" sz="1900" b="0" i="0" u="none" strike="noStrike">
                <a:solidFill>
                  <a:srgbClr val="ff3c00"/>
                </a:solidFill>
                <a:latin typeface="Pretendard Bold"/>
              </a:rPr>
              <a:t>M.</a:t>
            </a:r>
            <a:endParaRPr lang="en-US" sz="1900" b="0" i="0" u="none" strike="noStrike">
              <a:solidFill>
                <a:srgbClr val="ff3c00"/>
              </a:solidFill>
              <a:latin typeface="Pretendard Bold"/>
            </a:endParaRPr>
          </a:p>
          <a:p>
            <a:pPr lvl="0" algn="l">
              <a:lnSpc>
                <a:spcPct val="124499"/>
              </a:lnSpc>
              <a:defRPr/>
            </a:pPr>
            <a:r>
              <a:rPr lang="en-US" sz="1900" b="0" i="0" u="none" strike="noStrike">
                <a:solidFill>
                  <a:srgbClr val="ff3c00"/>
                </a:solidFill>
                <a:latin typeface="Pretendard Bold"/>
              </a:rPr>
              <a:t>E.</a:t>
            </a:r>
            <a:endParaRPr lang="en-US" sz="1900" b="0" i="0" u="none" strike="noStrike">
              <a:solidFill>
                <a:srgbClr val="ff3c00"/>
              </a:solidFill>
              <a:latin typeface="Pretendard Bold"/>
            </a:endParaRPr>
          </a:p>
          <a:p>
            <a:pPr lvl="0" algn="l">
              <a:lnSpc>
                <a:spcPct val="124499"/>
              </a:lnSpc>
              <a:defRPr/>
            </a:pPr>
            <a:r>
              <a:rPr lang="en-US" sz="1900" b="0" i="0" u="none" strike="noStrike">
                <a:solidFill>
                  <a:srgbClr val="ff3c00"/>
                </a:solidFill>
                <a:latin typeface="Pretendard Bold"/>
              </a:rPr>
              <a:t>W.</a:t>
            </a:r>
            <a:endParaRPr lang="en-US" sz="1900" b="0" i="0" u="none" strike="noStrike">
              <a:solidFill>
                <a:srgbClr val="ff3c00"/>
              </a:solidFill>
              <a:latin typeface="Pretendard Bold"/>
            </a:endParaRPr>
          </a:p>
        </p:txBody>
      </p:sp>
      <p:sp>
        <p:nvSpPr>
          <p:cNvPr id="76" name="TextBox 76"/>
          <p:cNvSpPr txBox="1"/>
          <p:nvPr/>
        </p:nvSpPr>
        <p:spPr>
          <a:xfrm>
            <a:off x="508000" y="7962900"/>
            <a:ext cx="3657600" cy="3302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99600"/>
              </a:lnSpc>
              <a:defRPr/>
            </a:pPr>
            <a:r>
              <a:rPr lang="en-US" sz="1900" b="0" i="0" u="none" strike="noStrike">
                <a:solidFill>
                  <a:srgbClr val="000000"/>
                </a:solidFill>
                <a:latin typeface="Pretendard Medium"/>
              </a:rPr>
              <a:t>/ </a:t>
            </a:r>
            <a:r>
              <a:rPr lang="en-US" altLang="ko-KR" sz="1900" b="0" i="0" u="none" strike="noStrike">
                <a:solidFill>
                  <a:srgbClr val="000000"/>
                </a:solidFill>
                <a:latin typeface="Pretendard Medium"/>
              </a:rPr>
              <a:t>1995</a:t>
            </a:r>
            <a:r>
              <a:rPr lang="en-US" sz="1900" b="0" i="0" u="none" strike="noStrike">
                <a:solidFill>
                  <a:srgbClr val="000000"/>
                </a:solidFill>
                <a:latin typeface="Pretendard Medium"/>
              </a:rPr>
              <a:t>.</a:t>
            </a:r>
            <a:r>
              <a:rPr lang="en-US" altLang="ko-KR" sz="1900" b="0" i="0" u="none" strike="noStrike">
                <a:solidFill>
                  <a:srgbClr val="000000"/>
                </a:solidFill>
                <a:latin typeface="Pretendard Medium"/>
              </a:rPr>
              <a:t>10</a:t>
            </a:r>
            <a:r>
              <a:rPr lang="en-US" sz="1900" b="0" i="0" u="none" strike="noStrike">
                <a:solidFill>
                  <a:srgbClr val="000000"/>
                </a:solidFill>
                <a:latin typeface="Pretendard Medium"/>
              </a:rPr>
              <a:t>.</a:t>
            </a:r>
            <a:r>
              <a:rPr lang="en-US" altLang="ko-KR" sz="1900" b="0" i="0" u="none" strike="noStrike">
                <a:solidFill>
                  <a:srgbClr val="000000"/>
                </a:solidFill>
                <a:latin typeface="Pretendard Medium"/>
              </a:rPr>
              <a:t>13</a:t>
            </a:r>
            <a:endParaRPr lang="en-US" altLang="ko-KR" sz="1900" b="0" i="0" u="none" strike="noStrike">
              <a:solidFill>
                <a:srgbClr val="000000"/>
              </a:solidFill>
              <a:latin typeface="Pretendard Medium"/>
            </a:endParaRPr>
          </a:p>
        </p:txBody>
      </p:sp>
      <p:sp>
        <p:nvSpPr>
          <p:cNvPr id="77" name="TextBox 77"/>
          <p:cNvSpPr txBox="1"/>
          <p:nvPr/>
        </p:nvSpPr>
        <p:spPr>
          <a:xfrm>
            <a:off x="508000" y="7442200"/>
            <a:ext cx="3670300" cy="4826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l">
              <a:lnSpc>
                <a:spcPct val="99600"/>
              </a:lnSpc>
              <a:defRPr/>
            </a:pPr>
            <a:r>
              <a:rPr lang="ko-KR" sz="2700" b="0" i="0" u="none" strike="noStrike" spc="-100">
                <a:solidFill>
                  <a:srgbClr val="000000"/>
                </a:solidFill>
                <a:ea typeface="Pretendard Bold"/>
              </a:rPr>
              <a:t>김</a:t>
            </a:r>
            <a:r>
              <a:rPr lang="ko-KR" altLang="en-US" sz="2700" b="0" i="0" u="none" strike="noStrike" spc="-100">
                <a:solidFill>
                  <a:srgbClr val="000000"/>
                </a:solidFill>
                <a:ea typeface="Pretendard Bold"/>
              </a:rPr>
              <a:t>홍범</a:t>
            </a:r>
            <a:r>
              <a:rPr lang="en-US" sz="2700" b="0" i="0" u="none" strike="noStrike" spc="-100">
                <a:solidFill>
                  <a:srgbClr val="000000"/>
                </a:solidFill>
                <a:latin typeface="Pretendard Bold"/>
              </a:rPr>
              <a:t> Kim </a:t>
            </a:r>
            <a:r>
              <a:rPr lang="en-US" altLang="ko-KR" sz="2700" b="0" i="0" u="none" strike="noStrike" spc="-100">
                <a:solidFill>
                  <a:srgbClr val="000000"/>
                </a:solidFill>
                <a:latin typeface="Pretendard Bold"/>
              </a:rPr>
              <a:t>Hong Beom</a:t>
            </a:r>
            <a:endParaRPr lang="en-US" altLang="ko-KR" sz="2700" b="0" i="0" u="none" strike="noStrike" spc="-100">
              <a:solidFill>
                <a:srgbClr val="000000"/>
              </a:solidFill>
              <a:latin typeface="Pretendard Bold"/>
            </a:endParaRPr>
          </a:p>
        </p:txBody>
      </p:sp>
      <p:sp>
        <p:nvSpPr>
          <p:cNvPr id="79" name="TextBox 79"/>
          <p:cNvSpPr txBox="1"/>
          <p:nvPr/>
        </p:nvSpPr>
        <p:spPr>
          <a:xfrm>
            <a:off x="12801600" y="876300"/>
            <a:ext cx="4610100" cy="355600"/>
          </a:xfrm>
          <a:prstGeom prst="rect">
            <a:avLst/>
          </a:prstGeom>
        </p:spPr>
        <p:txBody>
          <a:bodyPr lIns="0" tIns="0" rIns="0" bIns="0" anchor="t"/>
          <a:lstStyle/>
          <a:p>
            <a:pPr lvl="0" algn="r">
              <a:lnSpc>
                <a:spcPct val="99600"/>
              </a:lnSpc>
              <a:defRPr/>
            </a:pPr>
            <a:r>
              <a:rPr lang="en-US" sz="2000" b="0" i="0" u="none" strike="noStrike">
                <a:solidFill>
                  <a:srgbClr val="ffffff"/>
                </a:solidFill>
                <a:latin typeface="Pretendard SemiBold"/>
              </a:rPr>
              <a:t>20</a:t>
            </a:r>
            <a:r>
              <a:rPr lang="en-US" altLang="ko-KR" sz="2000" b="0" i="0" u="none" strike="noStrike">
                <a:solidFill>
                  <a:srgbClr val="ffffff"/>
                </a:solidFill>
                <a:latin typeface="Pretendard SemiBold"/>
              </a:rPr>
              <a:t>26</a:t>
            </a:r>
            <a:r>
              <a:rPr lang="en-US" sz="2000" b="0" i="0" u="none" strike="noStrike">
                <a:solidFill>
                  <a:srgbClr val="ffffff"/>
                </a:solidFill>
                <a:latin typeface="Pretendard SemiBold"/>
              </a:rPr>
              <a:t> Kim </a:t>
            </a:r>
            <a:r>
              <a:rPr lang="en-US" altLang="ko-KR" sz="2000" b="0" i="0" u="none" strike="noStrike">
                <a:solidFill>
                  <a:srgbClr val="ffffff"/>
                </a:solidFill>
                <a:latin typeface="Pretendard SemiBold"/>
              </a:rPr>
              <a:t>HongBeom</a:t>
            </a:r>
            <a:r>
              <a:rPr lang="en-US" sz="2000" b="0" i="0" u="none" strike="noStrike">
                <a:solidFill>
                  <a:srgbClr val="ffffff"/>
                </a:solidFill>
                <a:latin typeface="Pretendard SemiBold"/>
              </a:rPr>
              <a:t> Portfolio</a:t>
            </a:r>
            <a:endParaRPr lang="en-US" sz="2000" b="0" i="0" u="none" strike="noStrike">
              <a:solidFill>
                <a:srgbClr val="ffffff"/>
              </a:solidFill>
              <a:latin typeface="Pretendard SemiBold"/>
            </a:endParaRPr>
          </a:p>
        </p:txBody>
      </p:sp>
      <p:sp>
        <p:nvSpPr>
          <p:cNvPr id="80" name="TextBox 80"/>
          <p:cNvSpPr txBox="1"/>
          <p:nvPr/>
        </p:nvSpPr>
        <p:spPr>
          <a:xfrm>
            <a:off x="762000" y="673100"/>
            <a:ext cx="10248900" cy="711200"/>
          </a:xfrm>
          <a:prstGeom prst="rect">
            <a:avLst/>
          </a:prstGeom>
        </p:spPr>
        <p:txBody>
          <a:bodyPr lIns="0" tIns="0" rIns="0" bIns="0" anchor="ctr"/>
          <a:lstStyle/>
          <a:p>
            <a:pPr lvl="0" algn="l">
              <a:lnSpc>
                <a:spcPct val="99600"/>
              </a:lnSpc>
              <a:defRPr/>
            </a:pPr>
            <a:r>
              <a:rPr lang="ko-KR" sz="4000" b="0" i="0" u="none" strike="noStrike" spc="100">
                <a:solidFill>
                  <a:srgbClr val="ffffff"/>
                </a:solidFill>
                <a:ea typeface="Pretendard Bold"/>
              </a:rPr>
              <a:t>이력사항</a:t>
            </a:r>
            <a:endParaRPr lang="ko-KR" sz="4000" b="0" i="0" u="none" strike="noStrike" spc="100">
              <a:solidFill>
                <a:srgbClr val="ffffff"/>
              </a:solidFill>
              <a:ea typeface="Pretendard Bold"/>
            </a:endParaRPr>
          </a:p>
        </p:txBody>
      </p:sp>
      <p:pic>
        <p:nvPicPr>
          <p:cNvPr id="81" name=""/>
          <p:cNvPicPr>
            <a:picLocks noChangeAspect="1"/>
          </p:cNvPicPr>
          <p:nvPr/>
        </p:nvPicPr>
        <p:blipFill rotWithShape="1">
          <a:blip r:embed="rId15"/>
          <a:stretch>
            <a:fillRect/>
          </a:stretch>
        </p:blipFill>
        <p:spPr>
          <a:xfrm>
            <a:off x="387191" y="2781300"/>
            <a:ext cx="3956208" cy="39624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EEE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111500" y="203200"/>
            <a:ext cx="12052300" cy="26670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99600"/>
              </a:lnSpc>
            </a:pPr>
            <a:r>
              <a:rPr lang="en-US" sz="15000" b="false" i="false" u="none" strike="noStrike">
                <a:solidFill>
                  <a:srgbClr val="000000">
                    <a:alpha val="20000"/>
                  </a:srgbClr>
                </a:solidFill>
                <a:latin typeface="Pretendard ExtraBold"/>
              </a:rPr>
              <a:t>Cont</a:t>
            </a:r>
            <a:r>
              <a:rPr lang="en-US" sz="15000" b="false" i="false" u="none" strike="noStrike">
                <a:solidFill>
                  <a:srgbClr val="000000">
                    <a:alpha val="20000"/>
                  </a:srgbClr>
                </a:solidFill>
                <a:latin typeface="Pretendard ExtraBold"/>
              </a:rPr>
              <a:t>ents</a:t>
            </a:r>
          </a:p>
        </p:txBody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-203200" y="2032000"/>
            <a:ext cx="18681700" cy="8432800"/>
          </a:xfrm>
          <a:prstGeom prst="rect">
            <a:avLst/>
          </a:prstGeom>
          <a:effectLst>
            <a:outerShdw dir="5400000" dist="0" blurRad="884403">
              <a:srgbClr val="000000">
                <a:alpha val="15000"/>
              </a:srgbClr>
            </a:outerShdw>
          </a:effectLst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574800" y="3848100"/>
            <a:ext cx="15151100" cy="254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574800" y="5334000"/>
            <a:ext cx="15151100" cy="254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574800" y="6807200"/>
            <a:ext cx="15151100" cy="254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574800" y="8280400"/>
            <a:ext cx="15151100" cy="25400"/>
          </a:xfrm>
          <a:prstGeom prst="rect">
            <a:avLst/>
          </a:prstGeom>
        </p:spPr>
      </p:pic>
      <p:grpSp>
        <p:nvGrpSpPr>
          <p:cNvPr name="Group 8" id="8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9" id="9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8864600" y="2832100"/>
            <a:ext cx="571500" cy="5715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2700000">
            <a:off x="9029700" y="3009900"/>
            <a:ext cx="241300" cy="241300"/>
          </a:xfrm>
          <a:prstGeom prst="rect">
            <a:avLst/>
          </a:prstGeom>
        </p:spPr>
      </p:pic>
      <p:grpSp>
        <p:nvGrpSpPr>
          <p:cNvPr name="Group 11" id="11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2" id="12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8864600" y="4318000"/>
            <a:ext cx="571500" cy="5715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2700000">
            <a:off x="9029700" y="4483100"/>
            <a:ext cx="241300" cy="241300"/>
          </a:xfrm>
          <a:prstGeom prst="rect">
            <a:avLst/>
          </a:prstGeom>
        </p:spPr>
      </p:pic>
      <p:grpSp>
        <p:nvGrpSpPr>
          <p:cNvPr name="Group 14" id="14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5" id="1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8864600" y="5791200"/>
            <a:ext cx="571500" cy="571500"/>
          </a:xfrm>
          <a:prstGeom prst="rect">
            <a:avLst/>
          </a:prstGeom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2700000">
            <a:off x="9029700" y="5956300"/>
            <a:ext cx="241300" cy="241300"/>
          </a:xfrm>
          <a:prstGeom prst="rect">
            <a:avLst/>
          </a:prstGeom>
        </p:spPr>
      </p:pic>
      <p:grpSp>
        <p:nvGrpSpPr>
          <p:cNvPr name="Group 17" id="17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8" id="18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8864600" y="7277100"/>
            <a:ext cx="571500" cy="571500"/>
          </a:xfrm>
          <a:prstGeom prst="rect">
            <a:avLst/>
          </a:prstGeom>
        </p:spPr>
      </p:pic>
      <p:pic>
        <p:nvPicPr>
          <p:cNvPr name="Picture 19" id="19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2700000">
            <a:off x="9029700" y="7442200"/>
            <a:ext cx="241300" cy="241300"/>
          </a:xfrm>
          <a:prstGeom prst="rect">
            <a:avLst/>
          </a:prstGeom>
        </p:spPr>
      </p:pic>
      <p:grpSp>
        <p:nvGrpSpPr>
          <p:cNvPr name="Group 20" id="20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21" id="21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8864600" y="8750300"/>
            <a:ext cx="571500" cy="571500"/>
          </a:xfrm>
          <a:prstGeom prst="rect">
            <a:avLst/>
          </a:prstGeom>
        </p:spPr>
      </p:pic>
      <p:pic>
        <p:nvPicPr>
          <p:cNvPr name="Picture 22" id="22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2700000">
            <a:off x="9029700" y="8915400"/>
            <a:ext cx="241300" cy="241300"/>
          </a:xfrm>
          <a:prstGeom prst="rect">
            <a:avLst/>
          </a:prstGeom>
        </p:spPr>
      </p:pic>
      <p:sp>
        <p:nvSpPr>
          <p:cNvPr name="TextBox 23" id="23"/>
          <p:cNvSpPr txBox="true"/>
          <p:nvPr/>
        </p:nvSpPr>
        <p:spPr>
          <a:xfrm rot="0">
            <a:off x="10096500" y="8851900"/>
            <a:ext cx="6680200" cy="3556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99600"/>
              </a:lnSpc>
            </a:pP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프로젝트에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대해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간단히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소개해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주세요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.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2654300" y="8737600"/>
            <a:ext cx="5499100" cy="5715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99600"/>
              </a:lnSpc>
            </a:pPr>
            <a:r>
              <a:rPr lang="ko-KR" sz="3200" b="false" i="false" u="none" strike="noStrike">
                <a:solidFill>
                  <a:srgbClr val="000000"/>
                </a:solidFill>
                <a:ea typeface="Pretendard SemiBold"/>
              </a:rPr>
              <a:t>프로젝트명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536700" y="8801100"/>
            <a:ext cx="711200" cy="4445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99600"/>
              </a:lnSpc>
            </a:pPr>
            <a:r>
              <a:rPr lang="en-US" sz="2500" b="false" i="false" u="none" strike="noStrike" spc="-100">
                <a:solidFill>
                  <a:srgbClr val="FF3C00"/>
                </a:solidFill>
                <a:latin typeface="Pretendard SemiBold"/>
              </a:rPr>
              <a:t>05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0096500" y="7366000"/>
            <a:ext cx="6680200" cy="3556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99600"/>
              </a:lnSpc>
            </a:pP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프로젝트에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대해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간단히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소개해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주세요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.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2654300" y="7251700"/>
            <a:ext cx="4559300" cy="5715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99600"/>
              </a:lnSpc>
            </a:pPr>
            <a:r>
              <a:rPr lang="ko-KR" sz="3200" b="false" i="false" u="none" strike="noStrike">
                <a:solidFill>
                  <a:srgbClr val="000000"/>
                </a:solidFill>
                <a:ea typeface="Pretendard SemiBold"/>
              </a:rPr>
              <a:t>프로젝트명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536700" y="7327900"/>
            <a:ext cx="711200" cy="4445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99600"/>
              </a:lnSpc>
            </a:pPr>
            <a:r>
              <a:rPr lang="en-US" sz="2500" b="false" i="false" u="none" strike="noStrike" spc="-100">
                <a:solidFill>
                  <a:srgbClr val="FF3C00"/>
                </a:solidFill>
                <a:latin typeface="Pretendard SemiBold"/>
              </a:rPr>
              <a:t>04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0096500" y="5892800"/>
            <a:ext cx="6680200" cy="3556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99600"/>
              </a:lnSpc>
            </a:pP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프로젝트에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대해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간단히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소개해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주세요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.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2654300" y="5778500"/>
            <a:ext cx="5499100" cy="5715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99600"/>
              </a:lnSpc>
            </a:pPr>
            <a:r>
              <a:rPr lang="ko-KR" sz="3200" b="false" i="false" u="none" strike="noStrike">
                <a:solidFill>
                  <a:srgbClr val="000000"/>
                </a:solidFill>
                <a:ea typeface="Pretendard SemiBold"/>
              </a:rPr>
              <a:t>프로젝트명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536700" y="5842000"/>
            <a:ext cx="711200" cy="4445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99600"/>
              </a:lnSpc>
            </a:pPr>
            <a:r>
              <a:rPr lang="en-US" sz="2500" b="false" i="false" u="none" strike="noStrike" spc="-100">
                <a:solidFill>
                  <a:srgbClr val="FF3C00"/>
                </a:solidFill>
                <a:latin typeface="Pretendard SemiBold"/>
              </a:rPr>
              <a:t>03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0096500" y="4419600"/>
            <a:ext cx="6680200" cy="3556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99600"/>
              </a:lnSpc>
            </a:pP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프로젝트에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대해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간단히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소개해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주세요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.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2654300" y="4305300"/>
            <a:ext cx="5499100" cy="5715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99600"/>
              </a:lnSpc>
            </a:pPr>
            <a:r>
              <a:rPr lang="ko-KR" sz="3200" b="false" i="false" u="none" strike="noStrike">
                <a:solidFill>
                  <a:srgbClr val="000000"/>
                </a:solidFill>
                <a:ea typeface="Pretendard SemiBold"/>
              </a:rPr>
              <a:t>프로젝트명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536700" y="4368800"/>
            <a:ext cx="711200" cy="4445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99600"/>
              </a:lnSpc>
            </a:pPr>
            <a:r>
              <a:rPr lang="en-US" sz="2500" b="false" i="false" u="none" strike="noStrike" spc="-100">
                <a:solidFill>
                  <a:srgbClr val="FF3C00"/>
                </a:solidFill>
                <a:latin typeface="Pretendard SemiBold"/>
              </a:rPr>
              <a:t>02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0096500" y="2933700"/>
            <a:ext cx="6680200" cy="3556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99600"/>
              </a:lnSpc>
            </a:pP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프로젝트에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대해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간단히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소개해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주세요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.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2654300" y="2819400"/>
            <a:ext cx="5499100" cy="5715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99600"/>
              </a:lnSpc>
            </a:pPr>
            <a:r>
              <a:rPr lang="ko-KR" sz="3200" b="false" i="false" u="none" strike="noStrike">
                <a:solidFill>
                  <a:srgbClr val="000000"/>
                </a:solidFill>
                <a:ea typeface="Pretendard SemiBold"/>
              </a:rPr>
              <a:t>프로젝트명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536700" y="2895600"/>
            <a:ext cx="711200" cy="4445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99600"/>
              </a:lnSpc>
            </a:pPr>
            <a:r>
              <a:rPr lang="en-US" sz="2500" b="false" i="false" u="none" strike="noStrike" spc="-100">
                <a:solidFill>
                  <a:srgbClr val="FF3C00"/>
                </a:solidFill>
                <a:latin typeface="Pretendard SemiBold"/>
              </a:rPr>
              <a:t>01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EEE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-203200" y="2082800"/>
            <a:ext cx="18681700" cy="8382000"/>
          </a:xfrm>
          <a:prstGeom prst="rect">
            <a:avLst/>
          </a:prstGeom>
          <a:effectLst>
            <a:outerShdw dir="5400000" dist="0" blurRad="874437">
              <a:srgbClr val="000000">
                <a:alpha val="15000"/>
              </a:srgbClr>
            </a:outerShdw>
          </a:effectLst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482600" y="469900"/>
            <a:ext cx="17335500" cy="11430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2832100" y="660400"/>
            <a:ext cx="762000" cy="7620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482600" y="9817100"/>
            <a:ext cx="17335500" cy="254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6400800" y="8470900"/>
            <a:ext cx="5473700" cy="4445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6400800" y="8978900"/>
            <a:ext cx="5473700" cy="4445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2344400" y="8470900"/>
            <a:ext cx="5473700" cy="4445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2344400" y="8978900"/>
            <a:ext cx="5473700" cy="4445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469900" y="8470900"/>
            <a:ext cx="5473700" cy="4445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469900" y="8978900"/>
            <a:ext cx="5473700" cy="4445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469900" y="3606800"/>
            <a:ext cx="5473700" cy="34671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6413500" y="3606800"/>
            <a:ext cx="5473700" cy="34671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2331700" y="3606800"/>
            <a:ext cx="5473700" cy="34671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469900" y="3606800"/>
            <a:ext cx="5473700" cy="25400"/>
          </a:xfrm>
          <a:prstGeom prst="rect">
            <a:avLst/>
          </a:prstGeom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6413500" y="3606800"/>
            <a:ext cx="5473700" cy="25400"/>
          </a:xfrm>
          <a:prstGeom prst="rect">
            <a:avLst/>
          </a:prstGeom>
        </p:spPr>
      </p:pic>
      <p:pic>
        <p:nvPicPr>
          <p:cNvPr name="Picture 17" id="17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12331700" y="3606800"/>
            <a:ext cx="5473700" cy="25400"/>
          </a:xfrm>
          <a:prstGeom prst="rect">
            <a:avLst/>
          </a:prstGeom>
        </p:spPr>
      </p:pic>
      <p:sp>
        <p:nvSpPr>
          <p:cNvPr name="TextBox 18" id="18"/>
          <p:cNvSpPr txBox="true"/>
          <p:nvPr/>
        </p:nvSpPr>
        <p:spPr>
          <a:xfrm rot="0">
            <a:off x="12331700" y="7886700"/>
            <a:ext cx="5486400" cy="3556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이미지에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관련된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간단한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설명을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적어주세요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2331700" y="7315200"/>
            <a:ext cx="5537200" cy="495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99600"/>
              </a:lnSpc>
            </a:pPr>
            <a:r>
              <a:rPr lang="ko-KR" sz="2800" b="false" i="false" u="none" strike="noStrike">
                <a:solidFill>
                  <a:srgbClr val="000000"/>
                </a:solidFill>
                <a:ea typeface="Pretendard Bold"/>
              </a:rPr>
              <a:t>비교대상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6527800" y="8509000"/>
            <a:ext cx="5283200" cy="3556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99600"/>
              </a:lnSpc>
            </a:pPr>
            <a:r>
              <a:rPr lang="en-US" sz="2000" b="false" i="false" u="none" strike="noStrike">
                <a:solidFill>
                  <a:srgbClr val="FF3C00"/>
                </a:solidFill>
                <a:latin typeface="Pretendard Bold"/>
              </a:rPr>
              <a:t>Point 1.</a:t>
            </a:r>
            <a:r>
              <a:rPr lang="en-US" sz="2000" b="false" i="false" u="none" strike="noStrike">
                <a:solidFill>
                  <a:srgbClr val="FF3C00"/>
                </a:solidFill>
                <a:latin typeface="Pretendard Medium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이곳에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업무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포인트를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적어주세요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.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6413500" y="7886700"/>
            <a:ext cx="5473700" cy="3556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이미지에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관련된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간단한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설명을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적어주세요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.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6413500" y="7315200"/>
            <a:ext cx="5511800" cy="495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99600"/>
              </a:lnSpc>
            </a:pPr>
            <a:r>
              <a:rPr lang="ko-KR" sz="2800" b="false" i="false" u="none" strike="noStrike">
                <a:solidFill>
                  <a:srgbClr val="000000"/>
                </a:solidFill>
                <a:ea typeface="Pretendard Bold"/>
              </a:rPr>
              <a:t>문제</a:t>
            </a:r>
            <a:r>
              <a:rPr lang="en-US" sz="2800" b="false" i="false" u="none" strike="noStrike">
                <a:solidFill>
                  <a:srgbClr val="000000"/>
                </a:solidFill>
                <a:latin typeface="Pretendard Bold"/>
              </a:rPr>
              <a:t> or </a:t>
            </a:r>
            <a:r>
              <a:rPr lang="ko-KR" sz="2800" b="false" i="false" u="none" strike="noStrike">
                <a:solidFill>
                  <a:srgbClr val="000000"/>
                </a:solidFill>
                <a:ea typeface="Pretendard Bold"/>
              </a:rPr>
              <a:t>기회상황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469900" y="7886700"/>
            <a:ext cx="5422900" cy="3556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이미지에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관련된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간단한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설명을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적어주세요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.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469900" y="7315200"/>
            <a:ext cx="5473700" cy="495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99600"/>
              </a:lnSpc>
            </a:pPr>
            <a:r>
              <a:rPr lang="ko-KR" sz="2800" b="false" i="false" u="none" strike="noStrike">
                <a:solidFill>
                  <a:srgbClr val="000000"/>
                </a:solidFill>
                <a:ea typeface="Pretendard Bold"/>
              </a:rPr>
              <a:t>고객</a:t>
            </a:r>
            <a:r>
              <a:rPr lang="en-US" sz="2800" b="false" i="false" u="none" strike="noStrike">
                <a:solidFill>
                  <a:srgbClr val="000000"/>
                </a:solidFill>
                <a:latin typeface="Pretendard Bold"/>
              </a:rPr>
              <a:t> </a:t>
            </a:r>
            <a:r>
              <a:rPr lang="ko-KR" sz="2800" b="false" i="false" u="none" strike="noStrike">
                <a:solidFill>
                  <a:srgbClr val="000000"/>
                </a:solidFill>
                <a:ea typeface="Pretendard Bold"/>
              </a:rPr>
              <a:t>니즈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5519400" y="2832100"/>
            <a:ext cx="2324100" cy="3175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99600"/>
              </a:lnSpc>
            </a:pPr>
            <a:r>
              <a:rPr lang="en-US" sz="1800" b="false" i="false" u="none" strike="noStrike">
                <a:solidFill>
                  <a:srgbClr val="000000"/>
                </a:solidFill>
                <a:latin typeface="Pretendard Regular"/>
              </a:rPr>
              <a:t>100%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4300200" y="2819400"/>
            <a:ext cx="1143000" cy="3302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99600"/>
              </a:lnSpc>
            </a:pPr>
            <a:r>
              <a:rPr lang="en-US" sz="1900" b="false" i="false" u="none" strike="noStrike">
                <a:solidFill>
                  <a:srgbClr val="000000"/>
                </a:solidFill>
                <a:latin typeface="Pretendard SemiBold"/>
              </a:rPr>
              <a:t>|  </a:t>
            </a:r>
            <a:r>
              <a:rPr lang="ko-KR" sz="1900" b="false" i="false" u="none" strike="noStrike">
                <a:solidFill>
                  <a:srgbClr val="000000"/>
                </a:solidFill>
                <a:ea typeface="Pretendard SemiBold"/>
              </a:rPr>
              <a:t>기여도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5519400" y="2489200"/>
            <a:ext cx="2324100" cy="3175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99600"/>
              </a:lnSpc>
            </a:pPr>
            <a:r>
              <a:rPr lang="en-US" sz="1800" b="false" i="false" u="none" strike="noStrike">
                <a:solidFill>
                  <a:srgbClr val="000000"/>
                </a:solidFill>
                <a:latin typeface="Pretendard Regular"/>
              </a:rPr>
              <a:t>2080.00 - 2080.00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4300200" y="2476500"/>
            <a:ext cx="1130300" cy="3302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99600"/>
              </a:lnSpc>
            </a:pPr>
            <a:r>
              <a:rPr lang="en-US" sz="1900" b="false" i="false" u="none" strike="noStrike">
                <a:solidFill>
                  <a:srgbClr val="000000"/>
                </a:solidFill>
                <a:latin typeface="Pretendard SemiBold"/>
              </a:rPr>
              <a:t>|  </a:t>
            </a:r>
            <a:r>
              <a:rPr lang="ko-KR" sz="1900" b="false" i="false" u="none" strike="noStrike">
                <a:solidFill>
                  <a:srgbClr val="000000"/>
                </a:solidFill>
                <a:ea typeface="Pretendard SemiBold"/>
              </a:rPr>
              <a:t>제작기간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482600" y="2463800"/>
            <a:ext cx="12407900" cy="3937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24499"/>
              </a:lnSpc>
            </a:pPr>
            <a:r>
              <a:rPr lang="ko-KR" sz="2200" b="false" i="false" u="none" strike="noStrike">
                <a:solidFill>
                  <a:srgbClr val="000000"/>
                </a:solidFill>
                <a:ea typeface="Pretendard Medium"/>
              </a:rPr>
              <a:t>프로젝트에</a:t>
            </a:r>
            <a:r>
              <a:rPr lang="en-US" sz="22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Medium"/>
              </a:rPr>
              <a:t>대한</a:t>
            </a:r>
            <a:r>
              <a:rPr lang="en-US" sz="22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Medium"/>
              </a:rPr>
              <a:t>설명을</a:t>
            </a:r>
            <a:r>
              <a:rPr lang="en-US" sz="22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Medium"/>
              </a:rPr>
              <a:t>두</a:t>
            </a:r>
            <a:r>
              <a:rPr lang="en-US" sz="22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Medium"/>
              </a:rPr>
              <a:t>줄</a:t>
            </a:r>
            <a:r>
              <a:rPr lang="en-US" sz="22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Medium"/>
              </a:rPr>
              <a:t>이내로</a:t>
            </a:r>
            <a:r>
              <a:rPr lang="en-US" sz="22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Medium"/>
              </a:rPr>
              <a:t>간략하게</a:t>
            </a:r>
            <a:r>
              <a:rPr lang="en-US" sz="22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Medium"/>
              </a:rPr>
              <a:t>작성해</a:t>
            </a:r>
            <a:r>
              <a:rPr lang="en-US" sz="22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Medium"/>
              </a:rPr>
              <a:t>주세요</a:t>
            </a:r>
            <a:r>
              <a:rPr lang="en-US" sz="2200" b="false" i="false" u="none" strike="noStrike">
                <a:solidFill>
                  <a:srgbClr val="000000"/>
                </a:solidFill>
                <a:latin typeface="Pretendard Medium"/>
              </a:rPr>
              <a:t>.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3822700" y="762000"/>
            <a:ext cx="7632700" cy="622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99600"/>
              </a:lnSpc>
            </a:pPr>
            <a:r>
              <a:rPr lang="ko-KR" sz="3500" b="false" i="false" u="none" strike="noStrike">
                <a:solidFill>
                  <a:srgbClr val="FFFFFF"/>
                </a:solidFill>
                <a:ea typeface="Pretendard Bold"/>
              </a:rPr>
              <a:t>업무</a:t>
            </a:r>
            <a:r>
              <a:rPr lang="ko-KR" sz="3500" b="false" i="false" u="none" strike="noStrike">
                <a:solidFill>
                  <a:srgbClr val="FFFFFF"/>
                </a:solidFill>
                <a:ea typeface="Pretendard Bold"/>
              </a:rPr>
              <a:t>상</a:t>
            </a:r>
            <a:r>
              <a:rPr lang="en-US" sz="3500" b="false" i="false" u="none" strike="noStrike">
                <a:solidFill>
                  <a:srgbClr val="FFFFFF"/>
                </a:solidFill>
                <a:latin typeface="Pretendard Bold"/>
              </a:rPr>
              <a:t> </a:t>
            </a:r>
            <a:r>
              <a:rPr lang="ko-KR" sz="3500" b="false" i="false" u="none" strike="noStrike">
                <a:solidFill>
                  <a:srgbClr val="FFFFFF"/>
                </a:solidFill>
                <a:ea typeface="Pretendard Bold"/>
              </a:rPr>
              <a:t>만난</a:t>
            </a:r>
            <a:r>
              <a:rPr lang="en-US" sz="3500" b="false" i="false" u="none" strike="noStrike">
                <a:solidFill>
                  <a:srgbClr val="FFFFFF"/>
                </a:solidFill>
                <a:latin typeface="Pretendard Bold"/>
              </a:rPr>
              <a:t> </a:t>
            </a:r>
            <a:r>
              <a:rPr lang="ko-KR" sz="3500" b="false" i="false" u="none" strike="noStrike">
                <a:solidFill>
                  <a:srgbClr val="FFFFFF"/>
                </a:solidFill>
                <a:ea typeface="Pretendard Bold"/>
              </a:rPr>
              <a:t>문제와</a:t>
            </a:r>
            <a:r>
              <a:rPr lang="en-US" sz="3500" b="false" i="false" u="none" strike="noStrike">
                <a:solidFill>
                  <a:srgbClr val="FFFFFF"/>
                </a:solidFill>
                <a:latin typeface="Pretendard Bold"/>
              </a:rPr>
              <a:t> </a:t>
            </a:r>
            <a:r>
              <a:rPr lang="ko-KR" sz="3500" b="false" i="false" u="none" strike="noStrike">
                <a:solidFill>
                  <a:srgbClr val="FFFFFF"/>
                </a:solidFill>
                <a:ea typeface="Pretendard Bold"/>
              </a:rPr>
              <a:t>그</a:t>
            </a:r>
            <a:r>
              <a:rPr lang="en-US" sz="3500" b="false" i="false" u="none" strike="noStrike">
                <a:solidFill>
                  <a:srgbClr val="FFFFFF"/>
                </a:solidFill>
                <a:latin typeface="Pretendard Bold"/>
              </a:rPr>
              <a:t> </a:t>
            </a:r>
            <a:r>
              <a:rPr lang="ko-KR" sz="3500" b="false" i="false" u="none" strike="noStrike">
                <a:solidFill>
                  <a:srgbClr val="FFFFFF"/>
                </a:solidFill>
                <a:ea typeface="Pretendard Bold"/>
              </a:rPr>
              <a:t>해결책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2857500" y="863600"/>
            <a:ext cx="698500" cy="3937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99600"/>
              </a:lnSpc>
            </a:pPr>
            <a:r>
              <a:rPr lang="en-US" sz="2200" b="false" i="false" u="none" strike="noStrike">
                <a:solidFill>
                  <a:srgbClr val="FFFFFF"/>
                </a:solidFill>
                <a:latin typeface="Pretendard Bold"/>
              </a:rPr>
              <a:t>01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876300" y="711200"/>
            <a:ext cx="2057400" cy="7112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99600"/>
              </a:lnSpc>
            </a:pPr>
            <a:r>
              <a:rPr lang="en-US" sz="4000" b="false" i="false" u="none" strike="noStrike">
                <a:solidFill>
                  <a:srgbClr val="FFFFFF"/>
                </a:solidFill>
                <a:latin typeface="Pretendard SemiBold"/>
              </a:rPr>
              <a:t>Pr</a:t>
            </a:r>
            <a:r>
              <a:rPr lang="en-US" sz="4000" b="false" i="false" u="none" strike="noStrike" spc="-100">
                <a:solidFill>
                  <a:srgbClr val="FFFFFF"/>
                </a:solidFill>
                <a:latin typeface="Pretendard SemiBold"/>
              </a:rPr>
              <a:t>oject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4160500" y="876300"/>
            <a:ext cx="3251200" cy="3556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r" lvl="0">
              <a:lnSpc>
                <a:spcPct val="99600"/>
              </a:lnSpc>
            </a:pPr>
            <a:r>
              <a:rPr lang="en-US" sz="2000" b="false" i="false" u="none" strike="noStrike">
                <a:solidFill>
                  <a:srgbClr val="FFFFFF"/>
                </a:solidFill>
                <a:latin typeface="Pretendard SemiBold"/>
              </a:rPr>
              <a:t>2080 Kim Mi-ri Portfolio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6527800" y="9017000"/>
            <a:ext cx="5283200" cy="3556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99600"/>
              </a:lnSpc>
            </a:pPr>
            <a:r>
              <a:rPr lang="en-US" sz="2000" b="false" i="false" u="none" strike="noStrike">
                <a:solidFill>
                  <a:srgbClr val="FF3C00"/>
                </a:solidFill>
                <a:latin typeface="Pretendard Bold"/>
              </a:rPr>
              <a:t>Point 2.</a:t>
            </a:r>
            <a:r>
              <a:rPr lang="en-US" sz="2000" b="false" i="false" u="none" strike="noStrike">
                <a:solidFill>
                  <a:srgbClr val="FF3C00"/>
                </a:solidFill>
                <a:latin typeface="Pretendard Medium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이곳에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업무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포인트를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적어주세요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.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2458700" y="8509000"/>
            <a:ext cx="5283200" cy="3556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99600"/>
              </a:lnSpc>
            </a:pPr>
            <a:r>
              <a:rPr lang="en-US" sz="2000" b="false" i="false" u="none" strike="noStrike">
                <a:solidFill>
                  <a:srgbClr val="FF3C00"/>
                </a:solidFill>
                <a:latin typeface="Pretendard Bold"/>
              </a:rPr>
              <a:t>Point 1.</a:t>
            </a:r>
            <a:r>
              <a:rPr lang="en-US" sz="2000" b="false" i="false" u="none" strike="noStrike">
                <a:solidFill>
                  <a:srgbClr val="FF3C00"/>
                </a:solidFill>
                <a:latin typeface="Pretendard Medium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이곳에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업무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포인트를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적어주세요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.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2458700" y="9017000"/>
            <a:ext cx="5283200" cy="3556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99600"/>
              </a:lnSpc>
            </a:pPr>
            <a:r>
              <a:rPr lang="en-US" sz="2000" b="false" i="false" u="none" strike="noStrike">
                <a:solidFill>
                  <a:srgbClr val="FF3C00"/>
                </a:solidFill>
                <a:latin typeface="Pretendard Bold"/>
              </a:rPr>
              <a:t>Point 2.</a:t>
            </a:r>
            <a:r>
              <a:rPr lang="en-US" sz="2000" b="false" i="false" u="none" strike="noStrike">
                <a:solidFill>
                  <a:srgbClr val="FF3C00"/>
                </a:solidFill>
                <a:latin typeface="Pretendard Medium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이곳에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업무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포인트를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적어주세요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.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584200" y="8509000"/>
            <a:ext cx="5295900" cy="3556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99600"/>
              </a:lnSpc>
            </a:pPr>
            <a:r>
              <a:rPr lang="en-US" sz="2000" b="false" i="false" u="none" strike="noStrike">
                <a:solidFill>
                  <a:srgbClr val="FF3C00"/>
                </a:solidFill>
                <a:latin typeface="Pretendard Bold"/>
              </a:rPr>
              <a:t>Point 1.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이곳에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업무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포인트를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적어주세요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.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584200" y="9017000"/>
            <a:ext cx="5295900" cy="3556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99600"/>
              </a:lnSpc>
            </a:pPr>
            <a:r>
              <a:rPr lang="en-US" sz="2000" b="false" i="false" u="none" strike="noStrike">
                <a:solidFill>
                  <a:srgbClr val="FF3C00"/>
                </a:solidFill>
                <a:latin typeface="Pretendard Bold"/>
              </a:rPr>
              <a:t>Point 2.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이곳에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업무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포인트를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적어주세요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EEE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-203200" y="2082800"/>
            <a:ext cx="18681700" cy="8382000"/>
          </a:xfrm>
          <a:prstGeom prst="rect">
            <a:avLst/>
          </a:prstGeom>
          <a:effectLst>
            <a:outerShdw dir="5400000" dist="0" blurRad="874437">
              <a:srgbClr val="000000">
                <a:alpha val="15000"/>
              </a:srgbClr>
            </a:outerShdw>
          </a:effectLst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482600" y="469900"/>
            <a:ext cx="17335500" cy="11430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2832100" y="660400"/>
            <a:ext cx="762000" cy="7620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482600" y="9817100"/>
            <a:ext cx="17335500" cy="254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482600" y="8470900"/>
            <a:ext cx="17335500" cy="11430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469900" y="4800600"/>
            <a:ext cx="5473700" cy="34671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6413500" y="4800600"/>
            <a:ext cx="5473700" cy="34671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2331700" y="4800600"/>
            <a:ext cx="5473700" cy="34671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469900" y="3606800"/>
            <a:ext cx="5473700" cy="254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6413500" y="3606800"/>
            <a:ext cx="5473700" cy="254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12331700" y="3606800"/>
            <a:ext cx="5473700" cy="25400"/>
          </a:xfrm>
          <a:prstGeom prst="rect">
            <a:avLst/>
          </a:prstGeom>
        </p:spPr>
      </p:pic>
      <p:sp>
        <p:nvSpPr>
          <p:cNvPr name="TextBox 13" id="13"/>
          <p:cNvSpPr txBox="true"/>
          <p:nvPr/>
        </p:nvSpPr>
        <p:spPr>
          <a:xfrm rot="0">
            <a:off x="12331700" y="4292600"/>
            <a:ext cx="5486400" cy="3556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이미지에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관련된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간단한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설명을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적어주세요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2331700" y="3771900"/>
            <a:ext cx="5537200" cy="495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99600"/>
              </a:lnSpc>
            </a:pPr>
            <a:r>
              <a:rPr lang="ko-KR" sz="2800" b="false" i="false" u="none" strike="noStrike">
                <a:solidFill>
                  <a:srgbClr val="000000"/>
                </a:solidFill>
                <a:ea typeface="Pretendard Bold"/>
              </a:rPr>
              <a:t>의사소통</a:t>
            </a:r>
            <a:r>
              <a:rPr lang="en-US" sz="2800" b="false" i="false" u="none" strike="noStrike">
                <a:solidFill>
                  <a:srgbClr val="000000"/>
                </a:solidFill>
                <a:latin typeface="Pretendard Bold"/>
              </a:rPr>
              <a:t> </a:t>
            </a:r>
            <a:r>
              <a:rPr lang="ko-KR" sz="2800" b="false" i="false" u="none" strike="noStrike">
                <a:solidFill>
                  <a:srgbClr val="000000"/>
                </a:solidFill>
                <a:ea typeface="Pretendard Bold"/>
              </a:rPr>
              <a:t>및</a:t>
            </a:r>
            <a:r>
              <a:rPr lang="en-US" sz="2800" b="false" i="false" u="none" strike="noStrike">
                <a:solidFill>
                  <a:srgbClr val="000000"/>
                </a:solidFill>
                <a:latin typeface="Pretendard Bold"/>
              </a:rPr>
              <a:t> </a:t>
            </a:r>
            <a:r>
              <a:rPr lang="ko-KR" sz="2800" b="false" i="false" u="none" strike="noStrike">
                <a:solidFill>
                  <a:srgbClr val="000000"/>
                </a:solidFill>
                <a:ea typeface="Pretendard Bold"/>
              </a:rPr>
              <a:t>협상</a:t>
            </a:r>
            <a:r>
              <a:rPr lang="en-US" sz="2800" b="false" i="false" u="none" strike="noStrike">
                <a:solidFill>
                  <a:srgbClr val="000000"/>
                </a:solidFill>
                <a:latin typeface="Pretendard Bold"/>
              </a:rPr>
              <a:t> </a:t>
            </a:r>
            <a:r>
              <a:rPr lang="ko-KR" sz="2800" b="false" i="false" u="none" strike="noStrike">
                <a:solidFill>
                  <a:srgbClr val="000000"/>
                </a:solidFill>
                <a:ea typeface="Pretendard Bold"/>
              </a:rPr>
              <a:t>액션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6413500" y="4292600"/>
            <a:ext cx="5473700" cy="3556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이미지에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관련된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간단한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설명을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적어주세요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6413500" y="3771900"/>
            <a:ext cx="5511800" cy="495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99600"/>
              </a:lnSpc>
            </a:pPr>
            <a:r>
              <a:rPr lang="ko-KR" sz="2800" b="false" i="false" u="none" strike="noStrike">
                <a:solidFill>
                  <a:srgbClr val="000000"/>
                </a:solidFill>
                <a:ea typeface="Pretendard Bold"/>
              </a:rPr>
              <a:t>생산성</a:t>
            </a:r>
            <a:r>
              <a:rPr lang="en-US" sz="2800" b="false" i="false" u="none" strike="noStrike">
                <a:solidFill>
                  <a:srgbClr val="000000"/>
                </a:solidFill>
                <a:latin typeface="Pretendard Bold"/>
              </a:rPr>
              <a:t> </a:t>
            </a:r>
            <a:r>
              <a:rPr lang="ko-KR" sz="2800" b="false" i="false" u="none" strike="noStrike">
                <a:solidFill>
                  <a:srgbClr val="000000"/>
                </a:solidFill>
                <a:ea typeface="Pretendard Bold"/>
              </a:rPr>
              <a:t>증가</a:t>
            </a:r>
            <a:r>
              <a:rPr lang="en-US" sz="2800" b="false" i="false" u="none" strike="noStrike">
                <a:solidFill>
                  <a:srgbClr val="000000"/>
                </a:solidFill>
                <a:latin typeface="Pretendard Bold"/>
              </a:rPr>
              <a:t> </a:t>
            </a:r>
            <a:r>
              <a:rPr lang="ko-KR" sz="2800" b="false" i="false" u="none" strike="noStrike">
                <a:solidFill>
                  <a:srgbClr val="000000"/>
                </a:solidFill>
                <a:ea typeface="Pretendard Bold"/>
              </a:rPr>
              <a:t>액션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469900" y="4292600"/>
            <a:ext cx="5422900" cy="3556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이미지에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관련된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간단한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설명을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적어주세요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469900" y="3771900"/>
            <a:ext cx="5473700" cy="495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99600"/>
              </a:lnSpc>
            </a:pPr>
            <a:r>
              <a:rPr lang="ko-KR" sz="2800" b="false" i="false" u="none" strike="noStrike">
                <a:solidFill>
                  <a:srgbClr val="000000"/>
                </a:solidFill>
                <a:ea typeface="Pretendard Bold"/>
              </a:rPr>
              <a:t>문제해결</a:t>
            </a:r>
            <a:r>
              <a:rPr lang="en-US" sz="2800" b="false" i="false" u="none" strike="noStrike">
                <a:solidFill>
                  <a:srgbClr val="000000"/>
                </a:solidFill>
                <a:latin typeface="Pretendard Bold"/>
              </a:rPr>
              <a:t> </a:t>
            </a:r>
            <a:r>
              <a:rPr lang="ko-KR" sz="2800" b="false" i="false" u="none" strike="noStrike">
                <a:solidFill>
                  <a:srgbClr val="000000"/>
                </a:solidFill>
                <a:ea typeface="Pretendard Bold"/>
              </a:rPr>
              <a:t>액션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5519400" y="2832100"/>
            <a:ext cx="2324100" cy="3175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99600"/>
              </a:lnSpc>
            </a:pPr>
            <a:r>
              <a:rPr lang="en-US" sz="1800" b="false" i="false" u="none" strike="noStrike">
                <a:solidFill>
                  <a:srgbClr val="000000"/>
                </a:solidFill>
                <a:latin typeface="Pretendard Regular"/>
              </a:rPr>
              <a:t>100%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4300200" y="2819400"/>
            <a:ext cx="1143000" cy="3302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99600"/>
              </a:lnSpc>
            </a:pPr>
            <a:r>
              <a:rPr lang="en-US" sz="1900" b="false" i="false" u="none" strike="noStrike">
                <a:solidFill>
                  <a:srgbClr val="000000"/>
                </a:solidFill>
                <a:latin typeface="Pretendard SemiBold"/>
              </a:rPr>
              <a:t>|  </a:t>
            </a:r>
            <a:r>
              <a:rPr lang="ko-KR" sz="1900" b="false" i="false" u="none" strike="noStrike">
                <a:solidFill>
                  <a:srgbClr val="000000"/>
                </a:solidFill>
                <a:ea typeface="Pretendard SemiBold"/>
              </a:rPr>
              <a:t>기여도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5519400" y="2489200"/>
            <a:ext cx="2324100" cy="3175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99600"/>
              </a:lnSpc>
            </a:pPr>
            <a:r>
              <a:rPr lang="en-US" sz="1800" b="false" i="false" u="none" strike="noStrike">
                <a:solidFill>
                  <a:srgbClr val="000000"/>
                </a:solidFill>
                <a:latin typeface="Pretendard Regular"/>
              </a:rPr>
              <a:t>2080.00 - 2080.00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4300200" y="2476500"/>
            <a:ext cx="1130300" cy="3302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99600"/>
              </a:lnSpc>
            </a:pPr>
            <a:r>
              <a:rPr lang="en-US" sz="1900" b="false" i="false" u="none" strike="noStrike">
                <a:solidFill>
                  <a:srgbClr val="000000"/>
                </a:solidFill>
                <a:latin typeface="Pretendard SemiBold"/>
              </a:rPr>
              <a:t>|  </a:t>
            </a:r>
            <a:r>
              <a:rPr lang="ko-KR" sz="1900" b="false" i="false" u="none" strike="noStrike">
                <a:solidFill>
                  <a:srgbClr val="000000"/>
                </a:solidFill>
                <a:ea typeface="Pretendard SemiBold"/>
              </a:rPr>
              <a:t>제작기간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482600" y="2463800"/>
            <a:ext cx="12407900" cy="3937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24499"/>
              </a:lnSpc>
            </a:pPr>
            <a:r>
              <a:rPr lang="ko-KR" sz="2200" b="false" i="false" u="none" strike="noStrike">
                <a:solidFill>
                  <a:srgbClr val="000000"/>
                </a:solidFill>
                <a:ea typeface="Pretendard Medium"/>
              </a:rPr>
              <a:t>프로젝트에</a:t>
            </a:r>
            <a:r>
              <a:rPr lang="en-US" sz="22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Medium"/>
              </a:rPr>
              <a:t>대한</a:t>
            </a:r>
            <a:r>
              <a:rPr lang="en-US" sz="22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Medium"/>
              </a:rPr>
              <a:t>설명을</a:t>
            </a:r>
            <a:r>
              <a:rPr lang="en-US" sz="22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Medium"/>
              </a:rPr>
              <a:t>두</a:t>
            </a:r>
            <a:r>
              <a:rPr lang="en-US" sz="22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Medium"/>
              </a:rPr>
              <a:t>줄</a:t>
            </a:r>
            <a:r>
              <a:rPr lang="en-US" sz="22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Medium"/>
              </a:rPr>
              <a:t>이내로</a:t>
            </a:r>
            <a:r>
              <a:rPr lang="en-US" sz="22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Medium"/>
              </a:rPr>
              <a:t>간략하게</a:t>
            </a:r>
            <a:r>
              <a:rPr lang="en-US" sz="22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Medium"/>
              </a:rPr>
              <a:t>작성해</a:t>
            </a:r>
            <a:r>
              <a:rPr lang="en-US" sz="22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Medium"/>
              </a:rPr>
              <a:t>주세요</a:t>
            </a:r>
            <a:r>
              <a:rPr lang="en-US" sz="2200" b="false" i="false" u="none" strike="noStrike">
                <a:solidFill>
                  <a:srgbClr val="000000"/>
                </a:solidFill>
                <a:latin typeface="Pretendard Medium"/>
              </a:rPr>
              <a:t>.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3822700" y="762000"/>
            <a:ext cx="7632700" cy="622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99600"/>
              </a:lnSpc>
            </a:pPr>
            <a:r>
              <a:rPr lang="ko-KR" sz="3500" b="false" i="false" u="none" strike="noStrike">
                <a:solidFill>
                  <a:srgbClr val="FFFFFF"/>
                </a:solidFill>
                <a:ea typeface="Pretendard Bold"/>
              </a:rPr>
              <a:t>업무</a:t>
            </a:r>
            <a:r>
              <a:rPr lang="ko-KR" sz="3500" b="false" i="false" u="none" strike="noStrike">
                <a:solidFill>
                  <a:srgbClr val="FFFFFF"/>
                </a:solidFill>
                <a:ea typeface="Pretendard Bold"/>
              </a:rPr>
              <a:t>상</a:t>
            </a:r>
            <a:r>
              <a:rPr lang="en-US" sz="3500" b="false" i="false" u="none" strike="noStrike">
                <a:solidFill>
                  <a:srgbClr val="FFFFFF"/>
                </a:solidFill>
                <a:latin typeface="Pretendard Bold"/>
              </a:rPr>
              <a:t> </a:t>
            </a:r>
            <a:r>
              <a:rPr lang="ko-KR" sz="3500" b="false" i="false" u="none" strike="noStrike">
                <a:solidFill>
                  <a:srgbClr val="FFFFFF"/>
                </a:solidFill>
                <a:ea typeface="Pretendard Bold"/>
              </a:rPr>
              <a:t>만난</a:t>
            </a:r>
            <a:r>
              <a:rPr lang="en-US" sz="3500" b="false" i="false" u="none" strike="noStrike">
                <a:solidFill>
                  <a:srgbClr val="FFFFFF"/>
                </a:solidFill>
                <a:latin typeface="Pretendard Bold"/>
              </a:rPr>
              <a:t> </a:t>
            </a:r>
            <a:r>
              <a:rPr lang="ko-KR" sz="3500" b="false" i="false" u="none" strike="noStrike">
                <a:solidFill>
                  <a:srgbClr val="FFFFFF"/>
                </a:solidFill>
                <a:ea typeface="Pretendard Bold"/>
              </a:rPr>
              <a:t>문제와</a:t>
            </a:r>
            <a:r>
              <a:rPr lang="en-US" sz="3500" b="false" i="false" u="none" strike="noStrike">
                <a:solidFill>
                  <a:srgbClr val="FFFFFF"/>
                </a:solidFill>
                <a:latin typeface="Pretendard Bold"/>
              </a:rPr>
              <a:t> </a:t>
            </a:r>
            <a:r>
              <a:rPr lang="ko-KR" sz="3500" b="false" i="false" u="none" strike="noStrike">
                <a:solidFill>
                  <a:srgbClr val="FFFFFF"/>
                </a:solidFill>
                <a:ea typeface="Pretendard Bold"/>
              </a:rPr>
              <a:t>그</a:t>
            </a:r>
            <a:r>
              <a:rPr lang="en-US" sz="3500" b="false" i="false" u="none" strike="noStrike">
                <a:solidFill>
                  <a:srgbClr val="FFFFFF"/>
                </a:solidFill>
                <a:latin typeface="Pretendard Bold"/>
              </a:rPr>
              <a:t> </a:t>
            </a:r>
            <a:r>
              <a:rPr lang="ko-KR" sz="3500" b="false" i="false" u="none" strike="noStrike">
                <a:solidFill>
                  <a:srgbClr val="FFFFFF"/>
                </a:solidFill>
                <a:ea typeface="Pretendard Bold"/>
              </a:rPr>
              <a:t>해결책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2857500" y="863600"/>
            <a:ext cx="698500" cy="3937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99600"/>
              </a:lnSpc>
            </a:pPr>
            <a:r>
              <a:rPr lang="en-US" sz="2200" b="false" i="false" u="none" strike="noStrike">
                <a:solidFill>
                  <a:srgbClr val="FFFFFF"/>
                </a:solidFill>
                <a:latin typeface="Pretendard Bold"/>
              </a:rPr>
              <a:t>01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876300" y="711200"/>
            <a:ext cx="2057400" cy="7112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99600"/>
              </a:lnSpc>
            </a:pPr>
            <a:r>
              <a:rPr lang="en-US" sz="4000" b="false" i="false" u="none" strike="noStrike">
                <a:solidFill>
                  <a:srgbClr val="FFFFFF"/>
                </a:solidFill>
                <a:latin typeface="Pretendard SemiBold"/>
              </a:rPr>
              <a:t>Result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4160500" y="876300"/>
            <a:ext cx="3251200" cy="3556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r" lvl="0">
              <a:lnSpc>
                <a:spcPct val="99600"/>
              </a:lnSpc>
            </a:pPr>
            <a:r>
              <a:rPr lang="en-US" sz="2000" b="false" i="false" u="none" strike="noStrike">
                <a:solidFill>
                  <a:srgbClr val="FFFFFF"/>
                </a:solidFill>
                <a:latin typeface="Pretendard SemiBold"/>
              </a:rPr>
              <a:t>2080 Kim Mi-ri Portfolio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635000" y="8623300"/>
            <a:ext cx="17018000" cy="8255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ko-KR" sz="2300" b="false" i="false" u="none" strike="noStrike">
                <a:solidFill>
                  <a:srgbClr val="FF3C00"/>
                </a:solidFill>
                <a:ea typeface="Pretendard Medium"/>
              </a:rPr>
              <a:t>이곳에</a:t>
            </a:r>
            <a:r>
              <a:rPr lang="en-US" sz="2300" b="false" i="false" u="none" strike="noStrike">
                <a:solidFill>
                  <a:srgbClr val="FF3C00"/>
                </a:solidFill>
                <a:latin typeface="Pretendard Medium"/>
              </a:rPr>
              <a:t> </a:t>
            </a:r>
            <a:r>
              <a:rPr lang="ko-KR" sz="2300" b="false" i="false" u="none" strike="noStrike">
                <a:solidFill>
                  <a:srgbClr val="FF3C00"/>
                </a:solidFill>
                <a:ea typeface="Pretendard Medium"/>
              </a:rPr>
              <a:t>결론을</a:t>
            </a:r>
            <a:r>
              <a:rPr lang="en-US" sz="2300" b="false" i="false" u="none" strike="noStrike">
                <a:solidFill>
                  <a:srgbClr val="FF3C00"/>
                </a:solidFill>
                <a:latin typeface="Pretendard Medium"/>
              </a:rPr>
              <a:t> </a:t>
            </a:r>
            <a:r>
              <a:rPr lang="ko-KR" sz="2300" b="false" i="false" u="none" strike="noStrike">
                <a:solidFill>
                  <a:srgbClr val="FF3C00"/>
                </a:solidFill>
                <a:ea typeface="Pretendard Medium"/>
              </a:rPr>
              <a:t>요약하여</a:t>
            </a:r>
            <a:r>
              <a:rPr lang="en-US" sz="2300" b="false" i="false" u="none" strike="noStrike">
                <a:solidFill>
                  <a:srgbClr val="FF3C00"/>
                </a:solidFill>
                <a:latin typeface="Pretendard Medium"/>
              </a:rPr>
              <a:t> </a:t>
            </a:r>
            <a:r>
              <a:rPr lang="ko-KR" sz="2300" b="false" i="false" u="none" strike="noStrike">
                <a:solidFill>
                  <a:srgbClr val="FF3C00"/>
                </a:solidFill>
                <a:ea typeface="Pretendard Medium"/>
              </a:rPr>
              <a:t>써주세요</a:t>
            </a:r>
            <a:r>
              <a:rPr lang="en-US" sz="2300" b="false" i="false" u="none" strike="noStrike">
                <a:solidFill>
                  <a:srgbClr val="FF3C00"/>
                </a:solidFill>
                <a:latin typeface="Pretendard Medium"/>
              </a:rPr>
              <a:t>.</a:t>
            </a:r>
          </a:p>
          <a:p>
            <a:pPr algn="ctr" lvl="0">
              <a:lnSpc>
                <a:spcPct val="116199"/>
              </a:lnSpc>
            </a:pPr>
            <a:r>
              <a:rPr lang="ko-KR" sz="2300" b="false" i="false" u="none" strike="noStrike">
                <a:solidFill>
                  <a:srgbClr val="FF3C00"/>
                </a:solidFill>
                <a:ea typeface="Pretendard Medium"/>
              </a:rPr>
              <a:t>경험에</a:t>
            </a:r>
            <a:r>
              <a:rPr lang="en-US" sz="2300" b="false" i="false" u="none" strike="noStrike">
                <a:solidFill>
                  <a:srgbClr val="FF3C00"/>
                </a:solidFill>
                <a:latin typeface="Pretendard Medium"/>
              </a:rPr>
              <a:t> </a:t>
            </a:r>
            <a:r>
              <a:rPr lang="ko-KR" sz="2300" b="false" i="false" u="none" strike="noStrike">
                <a:solidFill>
                  <a:srgbClr val="FF3C00"/>
                </a:solidFill>
                <a:ea typeface="Pretendard Medium"/>
              </a:rPr>
              <a:t>대한</a:t>
            </a:r>
            <a:r>
              <a:rPr lang="en-US" sz="2300" b="false" i="false" u="none" strike="noStrike">
                <a:solidFill>
                  <a:srgbClr val="FF3C00"/>
                </a:solidFill>
                <a:latin typeface="Pretendard Medium"/>
              </a:rPr>
              <a:t> </a:t>
            </a:r>
            <a:r>
              <a:rPr lang="ko-KR" sz="2300" b="false" i="false" u="none" strike="noStrike">
                <a:solidFill>
                  <a:srgbClr val="FF3C00"/>
                </a:solidFill>
                <a:ea typeface="Pretendard Medium"/>
              </a:rPr>
              <a:t>결과를</a:t>
            </a:r>
            <a:r>
              <a:rPr lang="en-US" sz="2300" b="false" i="false" u="none" strike="noStrike">
                <a:solidFill>
                  <a:srgbClr val="FF3C00"/>
                </a:solidFill>
                <a:latin typeface="Pretendard Medium"/>
              </a:rPr>
              <a:t> </a:t>
            </a:r>
            <a:r>
              <a:rPr lang="ko-KR" sz="2300" b="false" i="false" u="none" strike="noStrike">
                <a:solidFill>
                  <a:srgbClr val="FF3C00"/>
                </a:solidFill>
                <a:ea typeface="Pretendard Medium"/>
              </a:rPr>
              <a:t>잘</a:t>
            </a:r>
            <a:r>
              <a:rPr lang="en-US" sz="2300" b="false" i="false" u="none" strike="noStrike">
                <a:solidFill>
                  <a:srgbClr val="FF3C00"/>
                </a:solidFill>
                <a:latin typeface="Pretendard Medium"/>
              </a:rPr>
              <a:t> </a:t>
            </a:r>
            <a:r>
              <a:rPr lang="ko-KR" sz="2300" b="false" i="false" u="none" strike="noStrike">
                <a:solidFill>
                  <a:srgbClr val="FF3C00"/>
                </a:solidFill>
                <a:ea typeface="Pretendard Medium"/>
              </a:rPr>
              <a:t>보여주는</a:t>
            </a:r>
            <a:r>
              <a:rPr lang="en-US" sz="2300" b="false" i="false" u="none" strike="noStrike">
                <a:solidFill>
                  <a:srgbClr val="FF3C00"/>
                </a:solidFill>
                <a:latin typeface="Pretendard Medium"/>
              </a:rPr>
              <a:t> KPI</a:t>
            </a:r>
            <a:r>
              <a:rPr lang="ko-KR" sz="2300" b="false" i="false" u="none" strike="noStrike">
                <a:solidFill>
                  <a:srgbClr val="FF3C00"/>
                </a:solidFill>
                <a:ea typeface="Pretendard Medium"/>
              </a:rPr>
              <a:t>를</a:t>
            </a:r>
            <a:r>
              <a:rPr lang="en-US" sz="2300" b="false" i="false" u="none" strike="noStrike">
                <a:solidFill>
                  <a:srgbClr val="FF3C00"/>
                </a:solidFill>
                <a:latin typeface="Pretendard Medium"/>
              </a:rPr>
              <a:t> </a:t>
            </a:r>
            <a:r>
              <a:rPr lang="ko-KR" sz="2300" b="false" i="false" u="none" strike="noStrike">
                <a:solidFill>
                  <a:srgbClr val="FF3C00"/>
                </a:solidFill>
                <a:ea typeface="Pretendard Medium"/>
              </a:rPr>
              <a:t>간략하게</a:t>
            </a:r>
            <a:r>
              <a:rPr lang="en-US" sz="2300" b="false" i="false" u="none" strike="noStrike">
                <a:solidFill>
                  <a:srgbClr val="FF3C00"/>
                </a:solidFill>
                <a:latin typeface="Pretendard Medium"/>
              </a:rPr>
              <a:t> </a:t>
            </a:r>
            <a:r>
              <a:rPr lang="ko-KR" sz="2300" b="false" i="false" u="none" strike="noStrike">
                <a:solidFill>
                  <a:srgbClr val="FF3C00"/>
                </a:solidFill>
                <a:ea typeface="Pretendard Medium"/>
              </a:rPr>
              <a:t>풀어주세요</a:t>
            </a:r>
            <a:r>
              <a:rPr lang="en-US" sz="2300" b="false" i="false" u="none" strike="noStrike">
                <a:solidFill>
                  <a:srgbClr val="FF3C00"/>
                </a:solidFill>
                <a:latin typeface="Pretendard Medium"/>
              </a:rPr>
              <a:t>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EEE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-203200" y="2082800"/>
            <a:ext cx="18681700" cy="8382000"/>
          </a:xfrm>
          <a:prstGeom prst="rect">
            <a:avLst/>
          </a:prstGeom>
          <a:effectLst>
            <a:outerShdw dir="5400000" dist="0" blurRad="874437">
              <a:srgbClr val="000000">
                <a:alpha val="15000"/>
              </a:srgbClr>
            </a:outerShdw>
          </a:effectLst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482600" y="469900"/>
            <a:ext cx="17335500" cy="11430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2832100" y="660400"/>
            <a:ext cx="762000" cy="7620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457200" y="9817100"/>
            <a:ext cx="17335500" cy="254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6413500" y="3606800"/>
            <a:ext cx="5473700" cy="60071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2331700" y="3606800"/>
            <a:ext cx="5473700" cy="60071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457200" y="3606800"/>
            <a:ext cx="5473700" cy="254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6413500" y="3606800"/>
            <a:ext cx="5473700" cy="254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2331700" y="3606800"/>
            <a:ext cx="5473700" cy="254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457200" y="5676900"/>
            <a:ext cx="5473700" cy="254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457200" y="7747000"/>
            <a:ext cx="5473700" cy="25400"/>
          </a:xfrm>
          <a:prstGeom prst="rect">
            <a:avLst/>
          </a:prstGeom>
        </p:spPr>
      </p:pic>
      <p:sp>
        <p:nvSpPr>
          <p:cNvPr name="TextBox 13" id="13"/>
          <p:cNvSpPr txBox="true"/>
          <p:nvPr/>
        </p:nvSpPr>
        <p:spPr>
          <a:xfrm rot="0">
            <a:off x="15519400" y="2832100"/>
            <a:ext cx="2324100" cy="3175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99600"/>
              </a:lnSpc>
            </a:pPr>
            <a:r>
              <a:rPr lang="en-US" sz="1800" b="false" i="false" u="none" strike="noStrike">
                <a:solidFill>
                  <a:srgbClr val="000000"/>
                </a:solidFill>
                <a:latin typeface="Pretendard Regular"/>
              </a:rPr>
              <a:t>100%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4300200" y="2819400"/>
            <a:ext cx="1143000" cy="3302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99600"/>
              </a:lnSpc>
            </a:pPr>
            <a:r>
              <a:rPr lang="en-US" sz="1900" b="false" i="false" u="none" strike="noStrike">
                <a:solidFill>
                  <a:srgbClr val="000000"/>
                </a:solidFill>
                <a:latin typeface="Pretendard SemiBold"/>
              </a:rPr>
              <a:t>|  </a:t>
            </a:r>
            <a:r>
              <a:rPr lang="ko-KR" sz="1900" b="false" i="false" u="none" strike="noStrike">
                <a:solidFill>
                  <a:srgbClr val="000000"/>
                </a:solidFill>
                <a:ea typeface="Pretendard SemiBold"/>
              </a:rPr>
              <a:t>기여도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5519400" y="2489200"/>
            <a:ext cx="2324100" cy="3175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99600"/>
              </a:lnSpc>
            </a:pPr>
            <a:r>
              <a:rPr lang="en-US" sz="1800" b="false" i="false" u="none" strike="noStrike">
                <a:solidFill>
                  <a:srgbClr val="000000"/>
                </a:solidFill>
                <a:latin typeface="Pretendard Regular"/>
              </a:rPr>
              <a:t>2080.00 - 2080.00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4300200" y="2476500"/>
            <a:ext cx="1130300" cy="3302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99600"/>
              </a:lnSpc>
            </a:pPr>
            <a:r>
              <a:rPr lang="en-US" sz="1900" b="false" i="false" u="none" strike="noStrike">
                <a:solidFill>
                  <a:srgbClr val="000000"/>
                </a:solidFill>
                <a:latin typeface="Pretendard SemiBold"/>
              </a:rPr>
              <a:t>|  </a:t>
            </a:r>
            <a:r>
              <a:rPr lang="ko-KR" sz="1900" b="false" i="false" u="none" strike="noStrike">
                <a:solidFill>
                  <a:srgbClr val="000000"/>
                </a:solidFill>
                <a:ea typeface="Pretendard SemiBold"/>
              </a:rPr>
              <a:t>제작기간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482600" y="2463800"/>
            <a:ext cx="12407900" cy="3937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24499"/>
              </a:lnSpc>
            </a:pPr>
            <a:r>
              <a:rPr lang="ko-KR" sz="2200" b="false" i="false" u="none" strike="noStrike">
                <a:solidFill>
                  <a:srgbClr val="000000"/>
                </a:solidFill>
                <a:ea typeface="Pretendard Medium"/>
              </a:rPr>
              <a:t>프로젝트에</a:t>
            </a:r>
            <a:r>
              <a:rPr lang="en-US" sz="22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Medium"/>
              </a:rPr>
              <a:t>대한</a:t>
            </a:r>
            <a:r>
              <a:rPr lang="en-US" sz="22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Medium"/>
              </a:rPr>
              <a:t>설명을</a:t>
            </a:r>
            <a:r>
              <a:rPr lang="en-US" sz="22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Medium"/>
              </a:rPr>
              <a:t>두</a:t>
            </a:r>
            <a:r>
              <a:rPr lang="en-US" sz="22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Medium"/>
              </a:rPr>
              <a:t>줄</a:t>
            </a:r>
            <a:r>
              <a:rPr lang="en-US" sz="22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Medium"/>
              </a:rPr>
              <a:t>이내로</a:t>
            </a:r>
            <a:r>
              <a:rPr lang="en-US" sz="22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Medium"/>
              </a:rPr>
              <a:t>간략하게</a:t>
            </a:r>
            <a:r>
              <a:rPr lang="en-US" sz="22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Medium"/>
              </a:rPr>
              <a:t>작성해</a:t>
            </a:r>
            <a:r>
              <a:rPr lang="en-US" sz="22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Medium"/>
              </a:rPr>
              <a:t>주세요</a:t>
            </a:r>
            <a:r>
              <a:rPr lang="en-US" sz="2200" b="false" i="false" u="none" strike="noStrike">
                <a:solidFill>
                  <a:srgbClr val="000000"/>
                </a:solidFill>
                <a:latin typeface="Pretendard Medium"/>
              </a:rPr>
              <a:t>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3822700" y="762000"/>
            <a:ext cx="7632700" cy="622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99600"/>
              </a:lnSpc>
            </a:pPr>
            <a:r>
              <a:rPr lang="ko-KR" sz="3500" b="false" i="false" u="none" strike="noStrike">
                <a:solidFill>
                  <a:srgbClr val="FFFFFF"/>
                </a:solidFill>
                <a:ea typeface="Pretendard Bold"/>
              </a:rPr>
              <a:t>업무의</a:t>
            </a:r>
            <a:r>
              <a:rPr lang="en-US" sz="3500" b="false" i="false" u="none" strike="noStrike">
                <a:solidFill>
                  <a:srgbClr val="FFFFFF"/>
                </a:solidFill>
                <a:latin typeface="Pretendard Bold"/>
              </a:rPr>
              <a:t> </a:t>
            </a:r>
            <a:r>
              <a:rPr lang="ko-KR" sz="3500" b="false" i="false" u="none" strike="noStrike">
                <a:solidFill>
                  <a:srgbClr val="FFFFFF"/>
                </a:solidFill>
                <a:ea typeface="Pretendard Bold"/>
              </a:rPr>
              <a:t>핵심</a:t>
            </a:r>
            <a:r>
              <a:rPr lang="en-US" sz="3500" b="false" i="false" u="none" strike="noStrike">
                <a:solidFill>
                  <a:srgbClr val="FFFFFF"/>
                </a:solidFill>
                <a:latin typeface="Pretendard Bold"/>
              </a:rPr>
              <a:t> </a:t>
            </a:r>
            <a:r>
              <a:rPr lang="ko-KR" sz="3500" b="false" i="false" u="none" strike="noStrike">
                <a:solidFill>
                  <a:srgbClr val="FFFFFF"/>
                </a:solidFill>
                <a:ea typeface="Pretendard Bold"/>
              </a:rPr>
              <a:t>성과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2857500" y="863600"/>
            <a:ext cx="698500" cy="3937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99600"/>
              </a:lnSpc>
            </a:pPr>
            <a:r>
              <a:rPr lang="en-US" sz="2200" b="false" i="false" u="none" strike="noStrike">
                <a:solidFill>
                  <a:srgbClr val="FFFFFF"/>
                </a:solidFill>
                <a:latin typeface="Pretendard Bold"/>
              </a:rPr>
              <a:t>02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876300" y="711200"/>
            <a:ext cx="2057400" cy="7112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99600"/>
              </a:lnSpc>
            </a:pPr>
            <a:r>
              <a:rPr lang="en-US" sz="4000" b="false" i="false" u="none" strike="noStrike">
                <a:solidFill>
                  <a:srgbClr val="FFFFFF"/>
                </a:solidFill>
                <a:latin typeface="Pretendard SemiBold"/>
              </a:rPr>
              <a:t>Project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4160500" y="876300"/>
            <a:ext cx="3251200" cy="3556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r" lvl="0">
              <a:lnSpc>
                <a:spcPct val="99600"/>
              </a:lnSpc>
            </a:pPr>
            <a:r>
              <a:rPr lang="en-US" sz="2000" b="false" i="false" u="none" strike="noStrike">
                <a:solidFill>
                  <a:srgbClr val="FFFFFF"/>
                </a:solidFill>
                <a:latin typeface="Pretendard SemiBold"/>
              </a:rPr>
              <a:t>2080 Kim Mi-ri Portfolio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469900" y="4368800"/>
            <a:ext cx="5524500" cy="7112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 indent="-342900" marL="342900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이곳에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고객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니즈에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대한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간단한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설명을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적어주세요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.</a:t>
            </a:r>
          </a:p>
          <a:p>
            <a:pPr algn="l" lvl="0" indent="-342900" marL="342900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두줄로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요약해서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간략하게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적어주세요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.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469900" y="3797300"/>
            <a:ext cx="5537200" cy="495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99600"/>
              </a:lnSpc>
            </a:pPr>
            <a:r>
              <a:rPr lang="en-US" sz="2800" b="false" i="false" u="none" strike="noStrike">
                <a:solidFill>
                  <a:srgbClr val="FF3C00"/>
                </a:solidFill>
                <a:latin typeface="Pretendard Bold"/>
              </a:rPr>
              <a:t>| </a:t>
            </a:r>
            <a:r>
              <a:rPr lang="ko-KR" sz="2800" b="false" i="false" u="none" strike="noStrike">
                <a:solidFill>
                  <a:srgbClr val="000000"/>
                </a:solidFill>
                <a:ea typeface="Pretendard Bold"/>
              </a:rPr>
              <a:t>고객</a:t>
            </a:r>
            <a:r>
              <a:rPr lang="en-US" sz="2800" b="false" i="false" u="none" strike="noStrike">
                <a:solidFill>
                  <a:srgbClr val="000000"/>
                </a:solidFill>
                <a:latin typeface="Pretendard Bold"/>
              </a:rPr>
              <a:t> </a:t>
            </a:r>
            <a:r>
              <a:rPr lang="ko-KR" sz="2800" b="false" i="false" u="none" strike="noStrike">
                <a:solidFill>
                  <a:srgbClr val="000000"/>
                </a:solidFill>
                <a:ea typeface="Pretendard Bold"/>
              </a:rPr>
              <a:t>니즈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469900" y="6400800"/>
            <a:ext cx="5524500" cy="7112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 indent="-342900" marL="342900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이곳에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문제상황에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대한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간단한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설명을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적어주세요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.</a:t>
            </a:r>
          </a:p>
          <a:p>
            <a:pPr algn="l" lvl="0" indent="-342900" marL="342900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두줄로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요약해서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간략하게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적어주세요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.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469900" y="5829300"/>
            <a:ext cx="5537200" cy="495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99600"/>
              </a:lnSpc>
            </a:pPr>
            <a:r>
              <a:rPr lang="en-US" sz="2800" b="false" i="false" u="none" strike="noStrike">
                <a:solidFill>
                  <a:srgbClr val="FF3C00"/>
                </a:solidFill>
                <a:latin typeface="Pretendard Bold"/>
              </a:rPr>
              <a:t>| </a:t>
            </a:r>
            <a:r>
              <a:rPr lang="ko-KR" sz="2800" b="false" i="false" u="none" strike="noStrike">
                <a:solidFill>
                  <a:srgbClr val="000000"/>
                </a:solidFill>
                <a:ea typeface="Pretendard Bold"/>
              </a:rPr>
              <a:t>문제</a:t>
            </a:r>
            <a:r>
              <a:rPr lang="en-US" sz="2800" b="false" i="false" u="none" strike="noStrike">
                <a:solidFill>
                  <a:srgbClr val="000000"/>
                </a:solidFill>
                <a:latin typeface="Pretendard Bold"/>
              </a:rPr>
              <a:t> or </a:t>
            </a:r>
            <a:r>
              <a:rPr lang="ko-KR" sz="2800" b="false" i="false" u="none" strike="noStrike">
                <a:solidFill>
                  <a:srgbClr val="000000"/>
                </a:solidFill>
                <a:ea typeface="Pretendard Bold"/>
              </a:rPr>
              <a:t>기회상황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482600" y="8521700"/>
            <a:ext cx="5524500" cy="7112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 indent="-342900" marL="342900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이곳에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비교대상에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대한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간단한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설명을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적어주세요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.</a:t>
            </a:r>
          </a:p>
          <a:p>
            <a:pPr algn="l" lvl="0" indent="-342900" marL="342900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두줄로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요약해서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간략하게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적어주세요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.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482600" y="7962900"/>
            <a:ext cx="5537200" cy="495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99600"/>
              </a:lnSpc>
            </a:pPr>
            <a:r>
              <a:rPr lang="en-US" sz="2800" b="false" i="false" u="none" strike="noStrike">
                <a:solidFill>
                  <a:srgbClr val="FF3C00"/>
                </a:solidFill>
                <a:latin typeface="Pretendard Bold"/>
              </a:rPr>
              <a:t>| </a:t>
            </a:r>
            <a:r>
              <a:rPr lang="ko-KR" sz="2800" b="false" i="false" u="none" strike="noStrike">
                <a:solidFill>
                  <a:srgbClr val="000000"/>
                </a:solidFill>
                <a:ea typeface="Pretendard Bold"/>
              </a:rPr>
              <a:t>비교대상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EEE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-203200" y="2082800"/>
            <a:ext cx="18681700" cy="8382000"/>
          </a:xfrm>
          <a:prstGeom prst="rect">
            <a:avLst/>
          </a:prstGeom>
          <a:effectLst>
            <a:outerShdw dir="5400000" dist="0" blurRad="874437">
              <a:srgbClr val="000000">
                <a:alpha val="15000"/>
              </a:srgbClr>
            </a:outerShdw>
          </a:effectLst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482600" y="469900"/>
            <a:ext cx="17335500" cy="11430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2832100" y="660400"/>
            <a:ext cx="762000" cy="7620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457200" y="9817100"/>
            <a:ext cx="17335500" cy="254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9321800" y="8470900"/>
            <a:ext cx="8483600" cy="11430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482600" y="3606800"/>
            <a:ext cx="8483600" cy="60071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469900" y="3606800"/>
            <a:ext cx="8483600" cy="254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9321800" y="3606800"/>
            <a:ext cx="8470900" cy="254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9321800" y="5207000"/>
            <a:ext cx="8470900" cy="254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9321800" y="6794500"/>
            <a:ext cx="8470900" cy="25400"/>
          </a:xfrm>
          <a:prstGeom prst="rect">
            <a:avLst/>
          </a:prstGeom>
        </p:spPr>
      </p:pic>
      <p:sp>
        <p:nvSpPr>
          <p:cNvPr name="TextBox 12" id="12"/>
          <p:cNvSpPr txBox="true"/>
          <p:nvPr/>
        </p:nvSpPr>
        <p:spPr>
          <a:xfrm rot="0">
            <a:off x="15519400" y="2832100"/>
            <a:ext cx="2324100" cy="3175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99600"/>
              </a:lnSpc>
            </a:pPr>
            <a:r>
              <a:rPr lang="en-US" sz="1800" b="false" i="false" u="none" strike="noStrike">
                <a:solidFill>
                  <a:srgbClr val="000000"/>
                </a:solidFill>
                <a:latin typeface="Pretendard Regular"/>
              </a:rPr>
              <a:t>100%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4300200" y="2819400"/>
            <a:ext cx="1143000" cy="3302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99600"/>
              </a:lnSpc>
            </a:pPr>
            <a:r>
              <a:rPr lang="en-US" sz="1900" b="false" i="false" u="none" strike="noStrike">
                <a:solidFill>
                  <a:srgbClr val="000000"/>
                </a:solidFill>
                <a:latin typeface="Pretendard SemiBold"/>
              </a:rPr>
              <a:t>|  </a:t>
            </a:r>
            <a:r>
              <a:rPr lang="ko-KR" sz="1900" b="false" i="false" u="none" strike="noStrike">
                <a:solidFill>
                  <a:srgbClr val="000000"/>
                </a:solidFill>
                <a:ea typeface="Pretendard SemiBold"/>
              </a:rPr>
              <a:t>기여도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5519400" y="2489200"/>
            <a:ext cx="2324100" cy="3175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99600"/>
              </a:lnSpc>
            </a:pPr>
            <a:r>
              <a:rPr lang="en-US" sz="1800" b="false" i="false" u="none" strike="noStrike">
                <a:solidFill>
                  <a:srgbClr val="000000"/>
                </a:solidFill>
                <a:latin typeface="Pretendard Regular"/>
              </a:rPr>
              <a:t>2080.00 - 2080.00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4300200" y="2476500"/>
            <a:ext cx="1130300" cy="3302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99600"/>
              </a:lnSpc>
            </a:pPr>
            <a:r>
              <a:rPr lang="en-US" sz="1900" b="false" i="false" u="none" strike="noStrike">
                <a:solidFill>
                  <a:srgbClr val="000000"/>
                </a:solidFill>
                <a:latin typeface="Pretendard SemiBold"/>
              </a:rPr>
              <a:t>|  </a:t>
            </a:r>
            <a:r>
              <a:rPr lang="ko-KR" sz="1900" b="false" i="false" u="none" strike="noStrike">
                <a:solidFill>
                  <a:srgbClr val="000000"/>
                </a:solidFill>
                <a:ea typeface="Pretendard SemiBold"/>
              </a:rPr>
              <a:t>제작기간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482600" y="2463800"/>
            <a:ext cx="12407900" cy="3937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24499"/>
              </a:lnSpc>
            </a:pPr>
            <a:r>
              <a:rPr lang="ko-KR" sz="2200" b="false" i="false" u="none" strike="noStrike">
                <a:solidFill>
                  <a:srgbClr val="000000"/>
                </a:solidFill>
                <a:ea typeface="Pretendard Medium"/>
              </a:rPr>
              <a:t>프로젝트에</a:t>
            </a:r>
            <a:r>
              <a:rPr lang="en-US" sz="22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Medium"/>
              </a:rPr>
              <a:t>대한</a:t>
            </a:r>
            <a:r>
              <a:rPr lang="en-US" sz="22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Medium"/>
              </a:rPr>
              <a:t>설명을</a:t>
            </a:r>
            <a:r>
              <a:rPr lang="en-US" sz="22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Medium"/>
              </a:rPr>
              <a:t>두</a:t>
            </a:r>
            <a:r>
              <a:rPr lang="en-US" sz="22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Medium"/>
              </a:rPr>
              <a:t>줄</a:t>
            </a:r>
            <a:r>
              <a:rPr lang="en-US" sz="22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Medium"/>
              </a:rPr>
              <a:t>이내로</a:t>
            </a:r>
            <a:r>
              <a:rPr lang="en-US" sz="22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Medium"/>
              </a:rPr>
              <a:t>간략하게</a:t>
            </a:r>
            <a:r>
              <a:rPr lang="en-US" sz="22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Medium"/>
              </a:rPr>
              <a:t>작성해</a:t>
            </a:r>
            <a:r>
              <a:rPr lang="en-US" sz="22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Medium"/>
              </a:rPr>
              <a:t>주세요</a:t>
            </a:r>
            <a:r>
              <a:rPr lang="en-US" sz="2200" b="false" i="false" u="none" strike="noStrike">
                <a:solidFill>
                  <a:srgbClr val="000000"/>
                </a:solidFill>
                <a:latin typeface="Pretendard Medium"/>
              </a:rPr>
              <a:t>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3822700" y="762000"/>
            <a:ext cx="7632700" cy="622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99600"/>
              </a:lnSpc>
            </a:pPr>
            <a:r>
              <a:rPr lang="ko-KR" sz="3500" b="false" i="false" u="none" strike="noStrike">
                <a:solidFill>
                  <a:srgbClr val="FFFFFF"/>
                </a:solidFill>
                <a:ea typeface="Pretendard Bold"/>
              </a:rPr>
              <a:t>업무의</a:t>
            </a:r>
            <a:r>
              <a:rPr lang="en-US" sz="3500" b="false" i="false" u="none" strike="noStrike">
                <a:solidFill>
                  <a:srgbClr val="FFFFFF"/>
                </a:solidFill>
                <a:latin typeface="Pretendard Bold"/>
              </a:rPr>
              <a:t> </a:t>
            </a:r>
            <a:r>
              <a:rPr lang="ko-KR" sz="3500" b="false" i="false" u="none" strike="noStrike">
                <a:solidFill>
                  <a:srgbClr val="FFFFFF"/>
                </a:solidFill>
                <a:ea typeface="Pretendard Bold"/>
              </a:rPr>
              <a:t>핵심</a:t>
            </a:r>
            <a:r>
              <a:rPr lang="en-US" sz="3500" b="false" i="false" u="none" strike="noStrike">
                <a:solidFill>
                  <a:srgbClr val="FFFFFF"/>
                </a:solidFill>
                <a:latin typeface="Pretendard Bold"/>
              </a:rPr>
              <a:t> </a:t>
            </a:r>
            <a:r>
              <a:rPr lang="ko-KR" sz="3500" b="false" i="false" u="none" strike="noStrike">
                <a:solidFill>
                  <a:srgbClr val="FFFFFF"/>
                </a:solidFill>
                <a:ea typeface="Pretendard Bold"/>
              </a:rPr>
              <a:t>성과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2857500" y="863600"/>
            <a:ext cx="698500" cy="3937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99600"/>
              </a:lnSpc>
            </a:pPr>
            <a:r>
              <a:rPr lang="en-US" sz="2200" b="false" i="false" u="none" strike="noStrike">
                <a:solidFill>
                  <a:srgbClr val="FFFFFF"/>
                </a:solidFill>
                <a:latin typeface="Pretendard Bold"/>
              </a:rPr>
              <a:t>02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876300" y="711200"/>
            <a:ext cx="2057400" cy="7112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99600"/>
              </a:lnSpc>
            </a:pPr>
            <a:r>
              <a:rPr lang="en-US" sz="4000" b="false" i="false" u="none" strike="noStrike">
                <a:solidFill>
                  <a:srgbClr val="FFFFFF"/>
                </a:solidFill>
                <a:latin typeface="Pretendard SemiBold"/>
              </a:rPr>
              <a:t>Result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4160500" y="876300"/>
            <a:ext cx="3251200" cy="3556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r" lvl="0">
              <a:lnSpc>
                <a:spcPct val="99600"/>
              </a:lnSpc>
            </a:pPr>
            <a:r>
              <a:rPr lang="en-US" sz="2000" b="false" i="false" u="none" strike="noStrike">
                <a:solidFill>
                  <a:srgbClr val="FFFFFF"/>
                </a:solidFill>
                <a:latin typeface="Pretendard SemiBold"/>
              </a:rPr>
              <a:t>2080 Kim Mi-ri Portfolio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9537700" y="8648700"/>
            <a:ext cx="8153400" cy="8255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ko-KR" sz="2300" b="false" i="false" u="none" strike="noStrike">
                <a:solidFill>
                  <a:srgbClr val="FF3C00"/>
                </a:solidFill>
                <a:ea typeface="Pretendard Medium"/>
              </a:rPr>
              <a:t>이곳에</a:t>
            </a:r>
            <a:r>
              <a:rPr lang="en-US" sz="2300" b="false" i="false" u="none" strike="noStrike">
                <a:solidFill>
                  <a:srgbClr val="FF3C00"/>
                </a:solidFill>
                <a:latin typeface="Pretendard Medium"/>
              </a:rPr>
              <a:t> </a:t>
            </a:r>
            <a:r>
              <a:rPr lang="ko-KR" sz="2300" b="false" i="false" u="none" strike="noStrike">
                <a:solidFill>
                  <a:srgbClr val="FF3C00"/>
                </a:solidFill>
                <a:ea typeface="Pretendard Medium"/>
              </a:rPr>
              <a:t>결론을</a:t>
            </a:r>
            <a:r>
              <a:rPr lang="en-US" sz="2300" b="false" i="false" u="none" strike="noStrike">
                <a:solidFill>
                  <a:srgbClr val="FF3C00"/>
                </a:solidFill>
                <a:latin typeface="Pretendard Medium"/>
              </a:rPr>
              <a:t> </a:t>
            </a:r>
            <a:r>
              <a:rPr lang="ko-KR" sz="2300" b="false" i="false" u="none" strike="noStrike">
                <a:solidFill>
                  <a:srgbClr val="FF3C00"/>
                </a:solidFill>
                <a:ea typeface="Pretendard Medium"/>
              </a:rPr>
              <a:t>요약하여</a:t>
            </a:r>
            <a:r>
              <a:rPr lang="en-US" sz="2300" b="false" i="false" u="none" strike="noStrike">
                <a:solidFill>
                  <a:srgbClr val="FF3C00"/>
                </a:solidFill>
                <a:latin typeface="Pretendard Medium"/>
              </a:rPr>
              <a:t> </a:t>
            </a:r>
            <a:r>
              <a:rPr lang="ko-KR" sz="2300" b="false" i="false" u="none" strike="noStrike">
                <a:solidFill>
                  <a:srgbClr val="FF3C00"/>
                </a:solidFill>
                <a:ea typeface="Pretendard Medium"/>
              </a:rPr>
              <a:t>써주세요</a:t>
            </a:r>
            <a:r>
              <a:rPr lang="en-US" sz="2300" b="false" i="false" u="none" strike="noStrike">
                <a:solidFill>
                  <a:srgbClr val="FF3C00"/>
                </a:solidFill>
                <a:latin typeface="Pretendard Medium"/>
              </a:rPr>
              <a:t>.</a:t>
            </a:r>
          </a:p>
          <a:p>
            <a:pPr algn="l" lvl="0">
              <a:lnSpc>
                <a:spcPct val="116199"/>
              </a:lnSpc>
            </a:pPr>
            <a:r>
              <a:rPr lang="ko-KR" sz="2300" b="false" i="false" u="none" strike="noStrike">
                <a:solidFill>
                  <a:srgbClr val="FF3C00"/>
                </a:solidFill>
                <a:ea typeface="Pretendard Medium"/>
              </a:rPr>
              <a:t>경험에</a:t>
            </a:r>
            <a:r>
              <a:rPr lang="en-US" sz="2300" b="false" i="false" u="none" strike="noStrike">
                <a:solidFill>
                  <a:srgbClr val="FF3C00"/>
                </a:solidFill>
                <a:latin typeface="Pretendard Medium"/>
              </a:rPr>
              <a:t> </a:t>
            </a:r>
            <a:r>
              <a:rPr lang="ko-KR" sz="2300" b="false" i="false" u="none" strike="noStrike">
                <a:solidFill>
                  <a:srgbClr val="FF3C00"/>
                </a:solidFill>
                <a:ea typeface="Pretendard Medium"/>
              </a:rPr>
              <a:t>대한</a:t>
            </a:r>
            <a:r>
              <a:rPr lang="en-US" sz="2300" b="false" i="false" u="none" strike="noStrike">
                <a:solidFill>
                  <a:srgbClr val="FF3C00"/>
                </a:solidFill>
                <a:latin typeface="Pretendard Medium"/>
              </a:rPr>
              <a:t> </a:t>
            </a:r>
            <a:r>
              <a:rPr lang="ko-KR" sz="2300" b="false" i="false" u="none" strike="noStrike">
                <a:solidFill>
                  <a:srgbClr val="FF3C00"/>
                </a:solidFill>
                <a:ea typeface="Pretendard Medium"/>
              </a:rPr>
              <a:t>결과를</a:t>
            </a:r>
            <a:r>
              <a:rPr lang="en-US" sz="2300" b="false" i="false" u="none" strike="noStrike">
                <a:solidFill>
                  <a:srgbClr val="FF3C00"/>
                </a:solidFill>
                <a:latin typeface="Pretendard Medium"/>
              </a:rPr>
              <a:t> </a:t>
            </a:r>
            <a:r>
              <a:rPr lang="ko-KR" sz="2300" b="false" i="false" u="none" strike="noStrike">
                <a:solidFill>
                  <a:srgbClr val="FF3C00"/>
                </a:solidFill>
                <a:ea typeface="Pretendard Medium"/>
              </a:rPr>
              <a:t>잘</a:t>
            </a:r>
            <a:r>
              <a:rPr lang="en-US" sz="2300" b="false" i="false" u="none" strike="noStrike">
                <a:solidFill>
                  <a:srgbClr val="FF3C00"/>
                </a:solidFill>
                <a:latin typeface="Pretendard Medium"/>
              </a:rPr>
              <a:t> </a:t>
            </a:r>
            <a:r>
              <a:rPr lang="ko-KR" sz="2300" b="false" i="false" u="none" strike="noStrike">
                <a:solidFill>
                  <a:srgbClr val="FF3C00"/>
                </a:solidFill>
                <a:ea typeface="Pretendard Medium"/>
              </a:rPr>
              <a:t>보여주는</a:t>
            </a:r>
            <a:r>
              <a:rPr lang="en-US" sz="2300" b="false" i="false" u="none" strike="noStrike">
                <a:solidFill>
                  <a:srgbClr val="FF3C00"/>
                </a:solidFill>
                <a:latin typeface="Pretendard Medium"/>
              </a:rPr>
              <a:t> KPI</a:t>
            </a:r>
            <a:r>
              <a:rPr lang="ko-KR" sz="2300" b="false" i="false" u="none" strike="noStrike">
                <a:solidFill>
                  <a:srgbClr val="FF3C00"/>
                </a:solidFill>
                <a:ea typeface="Pretendard Medium"/>
              </a:rPr>
              <a:t>를</a:t>
            </a:r>
            <a:r>
              <a:rPr lang="en-US" sz="2300" b="false" i="false" u="none" strike="noStrike">
                <a:solidFill>
                  <a:srgbClr val="FF3C00"/>
                </a:solidFill>
                <a:latin typeface="Pretendard Medium"/>
              </a:rPr>
              <a:t> </a:t>
            </a:r>
            <a:r>
              <a:rPr lang="ko-KR" sz="2300" b="false" i="false" u="none" strike="noStrike">
                <a:solidFill>
                  <a:srgbClr val="FF3C00"/>
                </a:solidFill>
                <a:ea typeface="Pretendard Medium"/>
              </a:rPr>
              <a:t>간략하게</a:t>
            </a:r>
            <a:r>
              <a:rPr lang="en-US" sz="2300" b="false" i="false" u="none" strike="noStrike">
                <a:solidFill>
                  <a:srgbClr val="FF3C00"/>
                </a:solidFill>
                <a:latin typeface="Pretendard Medium"/>
              </a:rPr>
              <a:t> </a:t>
            </a:r>
            <a:r>
              <a:rPr lang="ko-KR" sz="2300" b="false" i="false" u="none" strike="noStrike">
                <a:solidFill>
                  <a:srgbClr val="FF3C00"/>
                </a:solidFill>
                <a:ea typeface="Pretendard Medium"/>
              </a:rPr>
              <a:t>풀어주세요</a:t>
            </a:r>
            <a:r>
              <a:rPr lang="en-US" sz="2300" b="false" i="false" u="none" strike="noStrike">
                <a:solidFill>
                  <a:srgbClr val="FF3C00"/>
                </a:solidFill>
                <a:latin typeface="Pretendard Medium"/>
              </a:rPr>
              <a:t>.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9321800" y="4381500"/>
            <a:ext cx="8509000" cy="3556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문제해결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액션에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관련된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간단한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설명을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적어주세요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.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9321800" y="3822700"/>
            <a:ext cx="8534400" cy="495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99600"/>
              </a:lnSpc>
            </a:pPr>
            <a:r>
              <a:rPr lang="en-US" sz="2800" b="false" i="false" u="none" strike="noStrike">
                <a:solidFill>
                  <a:srgbClr val="FF3C00"/>
                </a:solidFill>
                <a:latin typeface="Pretendard Bold"/>
              </a:rPr>
              <a:t>| </a:t>
            </a:r>
            <a:r>
              <a:rPr lang="ko-KR" sz="2800" b="false" i="false" u="none" strike="noStrike">
                <a:solidFill>
                  <a:srgbClr val="000000"/>
                </a:solidFill>
                <a:ea typeface="Pretendard Bold"/>
              </a:rPr>
              <a:t>문제해결</a:t>
            </a:r>
            <a:r>
              <a:rPr lang="en-US" sz="2800" b="false" i="false" u="none" strike="noStrike">
                <a:solidFill>
                  <a:srgbClr val="000000"/>
                </a:solidFill>
                <a:latin typeface="Pretendard Bold"/>
              </a:rPr>
              <a:t> </a:t>
            </a:r>
            <a:r>
              <a:rPr lang="ko-KR" sz="2800" b="false" i="false" u="none" strike="noStrike">
                <a:solidFill>
                  <a:srgbClr val="000000"/>
                </a:solidFill>
                <a:ea typeface="Pretendard Bold"/>
              </a:rPr>
              <a:t>액션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9321800" y="5943600"/>
            <a:ext cx="8509000" cy="3556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생산성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증가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액션에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관련된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간단한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설명을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적어주세요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.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9321800" y="5397500"/>
            <a:ext cx="8534400" cy="495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99600"/>
              </a:lnSpc>
            </a:pPr>
            <a:r>
              <a:rPr lang="en-US" sz="2800" b="false" i="false" u="none" strike="noStrike">
                <a:solidFill>
                  <a:srgbClr val="FF3C00"/>
                </a:solidFill>
                <a:latin typeface="Pretendard Bold"/>
              </a:rPr>
              <a:t>| </a:t>
            </a:r>
            <a:r>
              <a:rPr lang="ko-KR" sz="2800" b="false" i="false" u="none" strike="noStrike">
                <a:solidFill>
                  <a:srgbClr val="000000"/>
                </a:solidFill>
                <a:ea typeface="Pretendard Bold"/>
              </a:rPr>
              <a:t>생산성</a:t>
            </a:r>
            <a:r>
              <a:rPr lang="en-US" sz="2800" b="false" i="false" u="none" strike="noStrike">
                <a:solidFill>
                  <a:srgbClr val="000000"/>
                </a:solidFill>
                <a:latin typeface="Pretendard Bold"/>
              </a:rPr>
              <a:t> </a:t>
            </a:r>
            <a:r>
              <a:rPr lang="ko-KR" sz="2800" b="false" i="false" u="none" strike="noStrike">
                <a:solidFill>
                  <a:srgbClr val="000000"/>
                </a:solidFill>
                <a:ea typeface="Pretendard Bold"/>
              </a:rPr>
              <a:t>증가</a:t>
            </a:r>
            <a:r>
              <a:rPr lang="en-US" sz="2800" b="false" i="false" u="none" strike="noStrike">
                <a:solidFill>
                  <a:srgbClr val="000000"/>
                </a:solidFill>
                <a:latin typeface="Pretendard Bold"/>
              </a:rPr>
              <a:t> </a:t>
            </a:r>
            <a:r>
              <a:rPr lang="ko-KR" sz="2800" b="false" i="false" u="none" strike="noStrike">
                <a:solidFill>
                  <a:srgbClr val="000000"/>
                </a:solidFill>
                <a:ea typeface="Pretendard Bold"/>
              </a:rPr>
              <a:t>액션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9321800" y="7531100"/>
            <a:ext cx="8509000" cy="3556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의사소통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및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협상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액션에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관련된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간단한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설명을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적어주세요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.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9321800" y="6985000"/>
            <a:ext cx="8534400" cy="495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99600"/>
              </a:lnSpc>
            </a:pPr>
            <a:r>
              <a:rPr lang="en-US" sz="2800" b="false" i="false" u="none" strike="noStrike">
                <a:solidFill>
                  <a:srgbClr val="FF3C00"/>
                </a:solidFill>
                <a:latin typeface="Pretendard Bold"/>
              </a:rPr>
              <a:t>| </a:t>
            </a:r>
            <a:r>
              <a:rPr lang="ko-KR" sz="2800" b="false" i="false" u="none" strike="noStrike">
                <a:solidFill>
                  <a:srgbClr val="000000"/>
                </a:solidFill>
                <a:ea typeface="Pretendard Bold"/>
              </a:rPr>
              <a:t>의사소통</a:t>
            </a:r>
            <a:r>
              <a:rPr lang="en-US" sz="2800" b="false" i="false" u="none" strike="noStrike">
                <a:solidFill>
                  <a:srgbClr val="000000"/>
                </a:solidFill>
                <a:latin typeface="Pretendard Bold"/>
              </a:rPr>
              <a:t> </a:t>
            </a:r>
            <a:r>
              <a:rPr lang="ko-KR" sz="2800" b="false" i="false" u="none" strike="noStrike">
                <a:solidFill>
                  <a:srgbClr val="000000"/>
                </a:solidFill>
                <a:ea typeface="Pretendard Bold"/>
              </a:rPr>
              <a:t>및</a:t>
            </a:r>
            <a:r>
              <a:rPr lang="en-US" sz="2800" b="false" i="false" u="none" strike="noStrike">
                <a:solidFill>
                  <a:srgbClr val="000000"/>
                </a:solidFill>
                <a:latin typeface="Pretendard Bold"/>
              </a:rPr>
              <a:t> </a:t>
            </a:r>
            <a:r>
              <a:rPr lang="ko-KR" sz="2800" b="false" i="false" u="none" strike="noStrike">
                <a:solidFill>
                  <a:srgbClr val="000000"/>
                </a:solidFill>
                <a:ea typeface="Pretendard Bold"/>
              </a:rPr>
              <a:t>협상</a:t>
            </a:r>
            <a:r>
              <a:rPr lang="en-US" sz="2800" b="false" i="false" u="none" strike="noStrike">
                <a:solidFill>
                  <a:srgbClr val="000000"/>
                </a:solidFill>
                <a:latin typeface="Pretendard Bold"/>
              </a:rPr>
              <a:t> </a:t>
            </a:r>
            <a:r>
              <a:rPr lang="ko-KR" sz="2800" b="false" i="false" u="none" strike="noStrike">
                <a:solidFill>
                  <a:srgbClr val="000000"/>
                </a:solidFill>
                <a:ea typeface="Pretendard Bold"/>
              </a:rPr>
              <a:t>액션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EEE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-203200" y="2082800"/>
            <a:ext cx="18681700" cy="8382000"/>
          </a:xfrm>
          <a:prstGeom prst="rect">
            <a:avLst/>
          </a:prstGeom>
          <a:effectLst>
            <a:outerShdw dir="5400000" dist="0" blurRad="874437">
              <a:srgbClr val="000000">
                <a:alpha val="15000"/>
              </a:srgbClr>
            </a:outerShdw>
          </a:effectLst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7620000" y="3594100"/>
            <a:ext cx="10198100" cy="60198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482600" y="469900"/>
            <a:ext cx="17335500" cy="11430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2832100" y="660400"/>
            <a:ext cx="762000" cy="7620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457200" y="3860800"/>
            <a:ext cx="1143000" cy="11430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457200" y="5943600"/>
            <a:ext cx="1143000" cy="11430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457200" y="8039100"/>
            <a:ext cx="1143000" cy="11430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457200" y="9817100"/>
            <a:ext cx="17335500" cy="254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457200" y="3606800"/>
            <a:ext cx="6858000" cy="254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7620000" y="3594100"/>
            <a:ext cx="10198100" cy="254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457200" y="5676900"/>
            <a:ext cx="6858000" cy="254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457200" y="7747000"/>
            <a:ext cx="6858000" cy="254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7772400" y="3911600"/>
            <a:ext cx="9867900" cy="55372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635000" y="6121400"/>
            <a:ext cx="812800" cy="812800"/>
          </a:xfrm>
          <a:prstGeom prst="rect">
            <a:avLst/>
          </a:prstGeom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0">
            <a:off x="749300" y="8343900"/>
            <a:ext cx="558800" cy="520700"/>
          </a:xfrm>
          <a:prstGeom prst="rect">
            <a:avLst/>
          </a:prstGeom>
        </p:spPr>
      </p:pic>
      <p:pic>
        <p:nvPicPr>
          <p:cNvPr name="Picture 17" id="17"/>
          <p:cNvPicPr>
            <a:picLocks noChangeAspect="true"/>
          </p:cNvPicPr>
          <p:nvPr/>
        </p:nvPicPr>
        <p:blipFill>
          <a:blip r:embed="rId15"/>
          <a:stretch>
            <a:fillRect/>
          </a:stretch>
        </p:blipFill>
        <p:spPr>
          <a:xfrm rot="0">
            <a:off x="660400" y="4025900"/>
            <a:ext cx="812800" cy="812800"/>
          </a:xfrm>
          <a:prstGeom prst="rect">
            <a:avLst/>
          </a:prstGeom>
        </p:spPr>
      </p:pic>
      <p:sp>
        <p:nvSpPr>
          <p:cNvPr name="TextBox 18" id="18"/>
          <p:cNvSpPr txBox="true"/>
          <p:nvPr/>
        </p:nvSpPr>
        <p:spPr>
          <a:xfrm rot="0">
            <a:off x="15519400" y="2832100"/>
            <a:ext cx="2324100" cy="3175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99600"/>
              </a:lnSpc>
            </a:pPr>
            <a:r>
              <a:rPr lang="en-US" sz="1800" b="false" i="false" u="none" strike="noStrike">
                <a:solidFill>
                  <a:srgbClr val="000000"/>
                </a:solidFill>
                <a:latin typeface="Pretendard Regular"/>
              </a:rPr>
              <a:t>100%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4300200" y="2819400"/>
            <a:ext cx="1143000" cy="3302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99600"/>
              </a:lnSpc>
            </a:pPr>
            <a:r>
              <a:rPr lang="en-US" sz="1900" b="false" i="false" u="none" strike="noStrike">
                <a:solidFill>
                  <a:srgbClr val="000000"/>
                </a:solidFill>
                <a:latin typeface="Pretendard SemiBold"/>
              </a:rPr>
              <a:t>|  </a:t>
            </a:r>
            <a:r>
              <a:rPr lang="ko-KR" sz="1900" b="false" i="false" u="none" strike="noStrike">
                <a:solidFill>
                  <a:srgbClr val="000000"/>
                </a:solidFill>
                <a:ea typeface="Pretendard SemiBold"/>
              </a:rPr>
              <a:t>기여도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5519400" y="2489200"/>
            <a:ext cx="2324100" cy="3175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99600"/>
              </a:lnSpc>
            </a:pPr>
            <a:r>
              <a:rPr lang="en-US" sz="1800" b="false" i="false" u="none" strike="noStrike">
                <a:solidFill>
                  <a:srgbClr val="000000"/>
                </a:solidFill>
                <a:latin typeface="Pretendard Regular"/>
              </a:rPr>
              <a:t>2080.00 - 2080.00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4300200" y="2476500"/>
            <a:ext cx="1130300" cy="3302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99600"/>
              </a:lnSpc>
            </a:pPr>
            <a:r>
              <a:rPr lang="en-US" sz="1900" b="false" i="false" u="none" strike="noStrike">
                <a:solidFill>
                  <a:srgbClr val="000000"/>
                </a:solidFill>
                <a:latin typeface="Pretendard SemiBold"/>
              </a:rPr>
              <a:t>|  </a:t>
            </a:r>
            <a:r>
              <a:rPr lang="ko-KR" sz="1900" b="false" i="false" u="none" strike="noStrike">
                <a:solidFill>
                  <a:srgbClr val="000000"/>
                </a:solidFill>
                <a:ea typeface="Pretendard SemiBold"/>
              </a:rPr>
              <a:t>제작기간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482600" y="2463800"/>
            <a:ext cx="12407900" cy="3937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24499"/>
              </a:lnSpc>
            </a:pPr>
            <a:r>
              <a:rPr lang="ko-KR" sz="2200" b="false" i="false" u="none" strike="noStrike">
                <a:solidFill>
                  <a:srgbClr val="000000"/>
                </a:solidFill>
                <a:ea typeface="Pretendard Medium"/>
              </a:rPr>
              <a:t>프로젝트에</a:t>
            </a:r>
            <a:r>
              <a:rPr lang="en-US" sz="22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Medium"/>
              </a:rPr>
              <a:t>대한</a:t>
            </a:r>
            <a:r>
              <a:rPr lang="en-US" sz="22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Medium"/>
              </a:rPr>
              <a:t>설명을</a:t>
            </a:r>
            <a:r>
              <a:rPr lang="en-US" sz="22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Medium"/>
              </a:rPr>
              <a:t>두</a:t>
            </a:r>
            <a:r>
              <a:rPr lang="en-US" sz="22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Medium"/>
              </a:rPr>
              <a:t>줄</a:t>
            </a:r>
            <a:r>
              <a:rPr lang="en-US" sz="22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Medium"/>
              </a:rPr>
              <a:t>이내로</a:t>
            </a:r>
            <a:r>
              <a:rPr lang="en-US" sz="22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Medium"/>
              </a:rPr>
              <a:t>간략하게</a:t>
            </a:r>
            <a:r>
              <a:rPr lang="en-US" sz="22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Medium"/>
              </a:rPr>
              <a:t>작성해</a:t>
            </a:r>
            <a:r>
              <a:rPr lang="en-US" sz="22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Medium"/>
              </a:rPr>
              <a:t>주세요</a:t>
            </a:r>
            <a:r>
              <a:rPr lang="en-US" sz="2200" b="false" i="false" u="none" strike="noStrike">
                <a:solidFill>
                  <a:srgbClr val="000000"/>
                </a:solidFill>
                <a:latin typeface="Pretendard Medium"/>
              </a:rPr>
              <a:t>.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3822700" y="762000"/>
            <a:ext cx="7632700" cy="622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99600"/>
              </a:lnSpc>
            </a:pPr>
            <a:r>
              <a:rPr lang="ko-KR" sz="3500" b="false" i="false" u="none" strike="noStrike">
                <a:solidFill>
                  <a:srgbClr val="FFFFFF"/>
                </a:solidFill>
                <a:ea typeface="Pretendard Bold"/>
              </a:rPr>
              <a:t>프로젝트를</a:t>
            </a:r>
            <a:r>
              <a:rPr lang="en-US" sz="3500" b="false" i="false" u="none" strike="noStrike">
                <a:solidFill>
                  <a:srgbClr val="FFFFFF"/>
                </a:solidFill>
                <a:latin typeface="Pretendard Bold"/>
              </a:rPr>
              <a:t> </a:t>
            </a:r>
            <a:r>
              <a:rPr lang="ko-KR" sz="3500" b="false" i="false" u="none" strike="noStrike">
                <a:solidFill>
                  <a:srgbClr val="FFFFFF"/>
                </a:solidFill>
                <a:ea typeface="Pretendard Bold"/>
              </a:rPr>
              <a:t>통해</a:t>
            </a:r>
            <a:r>
              <a:rPr lang="en-US" sz="3500" b="false" i="false" u="none" strike="noStrike">
                <a:solidFill>
                  <a:srgbClr val="FFFFFF"/>
                </a:solidFill>
                <a:latin typeface="Pretendard Bold"/>
              </a:rPr>
              <a:t> </a:t>
            </a:r>
            <a:r>
              <a:rPr lang="ko-KR" sz="3500" b="false" i="false" u="none" strike="noStrike">
                <a:solidFill>
                  <a:srgbClr val="FFFFFF"/>
                </a:solidFill>
                <a:ea typeface="Pretendard Bold"/>
              </a:rPr>
              <a:t>얻은</a:t>
            </a:r>
            <a:r>
              <a:rPr lang="en-US" sz="3500" b="false" i="false" u="none" strike="noStrike">
                <a:solidFill>
                  <a:srgbClr val="FFFFFF"/>
                </a:solidFill>
                <a:latin typeface="Pretendard Bold"/>
              </a:rPr>
              <a:t> </a:t>
            </a:r>
            <a:r>
              <a:rPr lang="ko-KR" sz="3500" b="false" i="false" u="none" strike="noStrike">
                <a:solidFill>
                  <a:srgbClr val="FFFFFF"/>
                </a:solidFill>
                <a:ea typeface="Pretendard Bold"/>
              </a:rPr>
              <a:t>인사이트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2857500" y="863600"/>
            <a:ext cx="698500" cy="3937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99600"/>
              </a:lnSpc>
            </a:pPr>
            <a:r>
              <a:rPr lang="en-US" sz="2200" b="false" i="false" u="none" strike="noStrike">
                <a:solidFill>
                  <a:srgbClr val="FFFFFF"/>
                </a:solidFill>
                <a:latin typeface="Pretendard Bold"/>
              </a:rPr>
              <a:t>03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876300" y="711200"/>
            <a:ext cx="2057400" cy="7112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99600"/>
              </a:lnSpc>
            </a:pPr>
            <a:r>
              <a:rPr lang="en-US" sz="4000" b="false" i="false" u="none" strike="noStrike">
                <a:solidFill>
                  <a:srgbClr val="FFFFFF"/>
                </a:solidFill>
                <a:latin typeface="Pretendard SemiBold"/>
              </a:rPr>
              <a:t>Project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4160500" y="876300"/>
            <a:ext cx="3251200" cy="3556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r" lvl="0">
              <a:lnSpc>
                <a:spcPct val="99600"/>
              </a:lnSpc>
            </a:pPr>
            <a:r>
              <a:rPr lang="en-US" sz="2000" b="false" i="false" u="none" strike="noStrike">
                <a:solidFill>
                  <a:srgbClr val="FFFFFF"/>
                </a:solidFill>
                <a:latin typeface="Pretendard SemiBold"/>
              </a:rPr>
              <a:t>2080 Kim Mi-ri Portfolio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841500" y="4368800"/>
            <a:ext cx="5524500" cy="7112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 indent="-342900" marL="342900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이곳에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고객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니즈에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대한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간단한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설명을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적어주세요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.</a:t>
            </a:r>
          </a:p>
          <a:p>
            <a:pPr algn="l" lvl="0" indent="-342900" marL="342900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두줄로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요약해서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간략하게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적어주세요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.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841500" y="3797300"/>
            <a:ext cx="5537200" cy="495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99600"/>
              </a:lnSpc>
            </a:pPr>
            <a:r>
              <a:rPr lang="ko-KR" sz="2800" b="false" i="false" u="none" strike="noStrike">
                <a:solidFill>
                  <a:srgbClr val="000000"/>
                </a:solidFill>
                <a:ea typeface="Pretendard Bold"/>
              </a:rPr>
              <a:t>고객</a:t>
            </a:r>
            <a:r>
              <a:rPr lang="en-US" sz="2800" b="false" i="false" u="none" strike="noStrike">
                <a:solidFill>
                  <a:srgbClr val="000000"/>
                </a:solidFill>
                <a:latin typeface="Pretendard Bold"/>
              </a:rPr>
              <a:t> </a:t>
            </a:r>
            <a:r>
              <a:rPr lang="ko-KR" sz="2800" b="false" i="false" u="none" strike="noStrike">
                <a:solidFill>
                  <a:srgbClr val="000000"/>
                </a:solidFill>
                <a:ea typeface="Pretendard Bold"/>
              </a:rPr>
              <a:t>니즈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841500" y="6451600"/>
            <a:ext cx="5524500" cy="7112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 indent="-342900" marL="342900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이곳에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문제상황에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대한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간단한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설명을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적어주세요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.</a:t>
            </a:r>
          </a:p>
          <a:p>
            <a:pPr algn="l" lvl="0" indent="-342900" marL="342900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두줄로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요약해서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간략하게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적어주세요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.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841500" y="5880100"/>
            <a:ext cx="5537200" cy="495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99600"/>
              </a:lnSpc>
            </a:pPr>
            <a:r>
              <a:rPr lang="ko-KR" sz="2800" b="false" i="false" u="none" strike="noStrike">
                <a:solidFill>
                  <a:srgbClr val="000000"/>
                </a:solidFill>
                <a:ea typeface="Pretendard Bold"/>
              </a:rPr>
              <a:t>문제</a:t>
            </a:r>
            <a:r>
              <a:rPr lang="en-US" sz="2800" b="false" i="false" u="none" strike="noStrike">
                <a:solidFill>
                  <a:srgbClr val="000000"/>
                </a:solidFill>
                <a:latin typeface="Pretendard Bold"/>
              </a:rPr>
              <a:t> or </a:t>
            </a:r>
            <a:r>
              <a:rPr lang="ko-KR" sz="2800" b="false" i="false" u="none" strike="noStrike">
                <a:solidFill>
                  <a:srgbClr val="000000"/>
                </a:solidFill>
                <a:ea typeface="Pretendard Bold"/>
              </a:rPr>
              <a:t>기회상황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841500" y="8521700"/>
            <a:ext cx="5524500" cy="7112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 indent="-342900" marL="342900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이곳에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비교대상에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대한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간단한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설명을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적어주세요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.</a:t>
            </a:r>
          </a:p>
          <a:p>
            <a:pPr algn="l" lvl="0" indent="-342900" marL="342900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두줄로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요약해서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간략하게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적어주세요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.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841500" y="7962900"/>
            <a:ext cx="5537200" cy="495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99600"/>
              </a:lnSpc>
            </a:pPr>
            <a:r>
              <a:rPr lang="ko-KR" sz="2800" b="false" i="false" u="none" strike="noStrike">
                <a:solidFill>
                  <a:srgbClr val="000000"/>
                </a:solidFill>
                <a:ea typeface="Pretendard Bold"/>
              </a:rPr>
              <a:t>비교대상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EEE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-203200" y="2082800"/>
            <a:ext cx="18681700" cy="8382000"/>
          </a:xfrm>
          <a:prstGeom prst="rect">
            <a:avLst/>
          </a:prstGeom>
          <a:effectLst>
            <a:outerShdw dir="5400000" dist="0" blurRad="874437">
              <a:srgbClr val="000000">
                <a:alpha val="15000"/>
              </a:srgbClr>
            </a:outerShdw>
          </a:effectLst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482600" y="469900"/>
            <a:ext cx="17335500" cy="11430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2832100" y="660400"/>
            <a:ext cx="762000" cy="7620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457200" y="5346700"/>
            <a:ext cx="17348200" cy="42672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457200" y="3822700"/>
            <a:ext cx="1143000" cy="11430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6413500" y="3822700"/>
            <a:ext cx="1143000" cy="11430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2331700" y="3822700"/>
            <a:ext cx="1143000" cy="11430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457200" y="9817100"/>
            <a:ext cx="17335500" cy="254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469900" y="3606800"/>
            <a:ext cx="5473700" cy="254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6413500" y="3606800"/>
            <a:ext cx="5473700" cy="254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2331700" y="3606800"/>
            <a:ext cx="5473700" cy="254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698500" y="5486400"/>
            <a:ext cx="16700500" cy="39878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635000" y="3987800"/>
            <a:ext cx="812800" cy="8128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6578600" y="3987800"/>
            <a:ext cx="812800" cy="812800"/>
          </a:xfrm>
          <a:prstGeom prst="rect">
            <a:avLst/>
          </a:prstGeom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12496800" y="3987800"/>
            <a:ext cx="812800" cy="812800"/>
          </a:xfrm>
          <a:prstGeom prst="rect">
            <a:avLst/>
          </a:prstGeom>
        </p:spPr>
      </p:pic>
      <p:sp>
        <p:nvSpPr>
          <p:cNvPr name="TextBox 17" id="17"/>
          <p:cNvSpPr txBox="true"/>
          <p:nvPr/>
        </p:nvSpPr>
        <p:spPr>
          <a:xfrm rot="0">
            <a:off x="15519400" y="2832100"/>
            <a:ext cx="2324100" cy="3175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99600"/>
              </a:lnSpc>
            </a:pPr>
            <a:r>
              <a:rPr lang="en-US" sz="1800" b="false" i="false" u="none" strike="noStrike">
                <a:solidFill>
                  <a:srgbClr val="000000"/>
                </a:solidFill>
                <a:latin typeface="Pretendard Regular"/>
              </a:rPr>
              <a:t>100%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4300200" y="2819400"/>
            <a:ext cx="1143000" cy="3302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99600"/>
              </a:lnSpc>
            </a:pPr>
            <a:r>
              <a:rPr lang="en-US" sz="1900" b="false" i="false" u="none" strike="noStrike">
                <a:solidFill>
                  <a:srgbClr val="000000"/>
                </a:solidFill>
                <a:latin typeface="Pretendard SemiBold"/>
              </a:rPr>
              <a:t>|  </a:t>
            </a:r>
            <a:r>
              <a:rPr lang="ko-KR" sz="1900" b="false" i="false" u="none" strike="noStrike">
                <a:solidFill>
                  <a:srgbClr val="000000"/>
                </a:solidFill>
                <a:ea typeface="Pretendard SemiBold"/>
              </a:rPr>
              <a:t>기여도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5519400" y="2489200"/>
            <a:ext cx="2324100" cy="3175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99600"/>
              </a:lnSpc>
            </a:pPr>
            <a:r>
              <a:rPr lang="en-US" sz="1800" b="false" i="false" u="none" strike="noStrike">
                <a:solidFill>
                  <a:srgbClr val="000000"/>
                </a:solidFill>
                <a:latin typeface="Pretendard Regular"/>
              </a:rPr>
              <a:t>2080.00 - 2080.00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4300200" y="2476500"/>
            <a:ext cx="1130300" cy="3302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99600"/>
              </a:lnSpc>
            </a:pPr>
            <a:r>
              <a:rPr lang="en-US" sz="1900" b="false" i="false" u="none" strike="noStrike">
                <a:solidFill>
                  <a:srgbClr val="000000"/>
                </a:solidFill>
                <a:latin typeface="Pretendard SemiBold"/>
              </a:rPr>
              <a:t>|  </a:t>
            </a:r>
            <a:r>
              <a:rPr lang="ko-KR" sz="1900" b="false" i="false" u="none" strike="noStrike">
                <a:solidFill>
                  <a:srgbClr val="000000"/>
                </a:solidFill>
                <a:ea typeface="Pretendard SemiBold"/>
              </a:rPr>
              <a:t>제작기간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482600" y="2463800"/>
            <a:ext cx="12407900" cy="3937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24499"/>
              </a:lnSpc>
            </a:pPr>
            <a:r>
              <a:rPr lang="ko-KR" sz="2200" b="false" i="false" u="none" strike="noStrike">
                <a:solidFill>
                  <a:srgbClr val="000000"/>
                </a:solidFill>
                <a:ea typeface="Pretendard Medium"/>
              </a:rPr>
              <a:t>프로젝트에</a:t>
            </a:r>
            <a:r>
              <a:rPr lang="en-US" sz="22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Medium"/>
              </a:rPr>
              <a:t>대한</a:t>
            </a:r>
            <a:r>
              <a:rPr lang="en-US" sz="22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Medium"/>
              </a:rPr>
              <a:t>설명을</a:t>
            </a:r>
            <a:r>
              <a:rPr lang="en-US" sz="22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Medium"/>
              </a:rPr>
              <a:t>두</a:t>
            </a:r>
            <a:r>
              <a:rPr lang="en-US" sz="22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Medium"/>
              </a:rPr>
              <a:t>줄</a:t>
            </a:r>
            <a:r>
              <a:rPr lang="en-US" sz="22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Medium"/>
              </a:rPr>
              <a:t>이내로</a:t>
            </a:r>
            <a:r>
              <a:rPr lang="en-US" sz="22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Medium"/>
              </a:rPr>
              <a:t>간략하게</a:t>
            </a:r>
            <a:r>
              <a:rPr lang="en-US" sz="22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Medium"/>
              </a:rPr>
              <a:t>작성해</a:t>
            </a:r>
            <a:r>
              <a:rPr lang="en-US" sz="22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Medium"/>
              </a:rPr>
              <a:t>주세요</a:t>
            </a:r>
            <a:r>
              <a:rPr lang="en-US" sz="2200" b="false" i="false" u="none" strike="noStrike">
                <a:solidFill>
                  <a:srgbClr val="000000"/>
                </a:solidFill>
                <a:latin typeface="Pretendard Medium"/>
              </a:rPr>
              <a:t>.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3822700" y="762000"/>
            <a:ext cx="7632700" cy="622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99600"/>
              </a:lnSpc>
            </a:pPr>
            <a:r>
              <a:rPr lang="ko-KR" sz="3500" b="false" i="false" u="none" strike="noStrike">
                <a:solidFill>
                  <a:srgbClr val="FFFFFF"/>
                </a:solidFill>
                <a:ea typeface="Pretendard Bold"/>
              </a:rPr>
              <a:t>프로젝트를</a:t>
            </a:r>
            <a:r>
              <a:rPr lang="en-US" sz="3500" b="false" i="false" u="none" strike="noStrike">
                <a:solidFill>
                  <a:srgbClr val="FFFFFF"/>
                </a:solidFill>
                <a:latin typeface="Pretendard Bold"/>
              </a:rPr>
              <a:t> </a:t>
            </a:r>
            <a:r>
              <a:rPr lang="ko-KR" sz="3500" b="false" i="false" u="none" strike="noStrike">
                <a:solidFill>
                  <a:srgbClr val="FFFFFF"/>
                </a:solidFill>
                <a:ea typeface="Pretendard Bold"/>
              </a:rPr>
              <a:t>통해</a:t>
            </a:r>
            <a:r>
              <a:rPr lang="en-US" sz="3500" b="false" i="false" u="none" strike="noStrike">
                <a:solidFill>
                  <a:srgbClr val="FFFFFF"/>
                </a:solidFill>
                <a:latin typeface="Pretendard Bold"/>
              </a:rPr>
              <a:t> </a:t>
            </a:r>
            <a:r>
              <a:rPr lang="ko-KR" sz="3500" b="false" i="false" u="none" strike="noStrike">
                <a:solidFill>
                  <a:srgbClr val="FFFFFF"/>
                </a:solidFill>
                <a:ea typeface="Pretendard Bold"/>
              </a:rPr>
              <a:t>얻은</a:t>
            </a:r>
            <a:r>
              <a:rPr lang="en-US" sz="3500" b="false" i="false" u="none" strike="noStrike">
                <a:solidFill>
                  <a:srgbClr val="FFFFFF"/>
                </a:solidFill>
                <a:latin typeface="Pretendard Bold"/>
              </a:rPr>
              <a:t> </a:t>
            </a:r>
            <a:r>
              <a:rPr lang="ko-KR" sz="3500" b="false" i="false" u="none" strike="noStrike">
                <a:solidFill>
                  <a:srgbClr val="FFFFFF"/>
                </a:solidFill>
                <a:ea typeface="Pretendard Bold"/>
              </a:rPr>
              <a:t>인사이트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2857500" y="863600"/>
            <a:ext cx="698500" cy="3937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99600"/>
              </a:lnSpc>
            </a:pPr>
            <a:r>
              <a:rPr lang="en-US" sz="2200" b="false" i="false" u="none" strike="noStrike">
                <a:solidFill>
                  <a:srgbClr val="FFFFFF"/>
                </a:solidFill>
                <a:latin typeface="Pretendard Bold"/>
              </a:rPr>
              <a:t>03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876300" y="711200"/>
            <a:ext cx="2057400" cy="7112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99600"/>
              </a:lnSpc>
            </a:pPr>
            <a:r>
              <a:rPr lang="en-US" sz="4000" b="false" i="false" u="none" strike="noStrike">
                <a:solidFill>
                  <a:srgbClr val="FFFFFF"/>
                </a:solidFill>
                <a:latin typeface="Pretendard SemiBold"/>
              </a:rPr>
              <a:t>Result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4160500" y="876300"/>
            <a:ext cx="3251200" cy="3556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r" lvl="0">
              <a:lnSpc>
                <a:spcPct val="99600"/>
              </a:lnSpc>
            </a:pPr>
            <a:r>
              <a:rPr lang="en-US" sz="2000" b="false" i="false" u="none" strike="noStrike">
                <a:solidFill>
                  <a:srgbClr val="FFFFFF"/>
                </a:solidFill>
                <a:latin typeface="Pretendard SemiBold"/>
              </a:rPr>
              <a:t>2080 Kim Mi-ri Portfolio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3576300" y="4292600"/>
            <a:ext cx="4241800" cy="7112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의사소통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및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협상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액션에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관련된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설명을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간략하게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두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줄로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적어주세요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.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3614400" y="3771900"/>
            <a:ext cx="4267200" cy="495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99600"/>
              </a:lnSpc>
            </a:pPr>
            <a:r>
              <a:rPr lang="ko-KR" sz="2800" b="false" i="false" u="none" strike="noStrike">
                <a:solidFill>
                  <a:srgbClr val="000000"/>
                </a:solidFill>
                <a:ea typeface="Pretendard Bold"/>
              </a:rPr>
              <a:t>의사소통</a:t>
            </a:r>
            <a:r>
              <a:rPr lang="en-US" sz="2800" b="false" i="false" u="none" strike="noStrike">
                <a:solidFill>
                  <a:srgbClr val="000000"/>
                </a:solidFill>
                <a:latin typeface="Pretendard Bold"/>
              </a:rPr>
              <a:t> </a:t>
            </a:r>
            <a:r>
              <a:rPr lang="ko-KR" sz="2800" b="false" i="false" u="none" strike="noStrike">
                <a:solidFill>
                  <a:srgbClr val="000000"/>
                </a:solidFill>
                <a:ea typeface="Pretendard Bold"/>
              </a:rPr>
              <a:t>및</a:t>
            </a:r>
            <a:r>
              <a:rPr lang="en-US" sz="2800" b="false" i="false" u="none" strike="noStrike">
                <a:solidFill>
                  <a:srgbClr val="000000"/>
                </a:solidFill>
                <a:latin typeface="Pretendard Bold"/>
              </a:rPr>
              <a:t> </a:t>
            </a:r>
            <a:r>
              <a:rPr lang="ko-KR" sz="2800" b="false" i="false" u="none" strike="noStrike">
                <a:solidFill>
                  <a:srgbClr val="000000"/>
                </a:solidFill>
                <a:ea typeface="Pretendard Bold"/>
              </a:rPr>
              <a:t>협상</a:t>
            </a:r>
            <a:r>
              <a:rPr lang="en-US" sz="2800" b="false" i="false" u="none" strike="noStrike">
                <a:solidFill>
                  <a:srgbClr val="000000"/>
                </a:solidFill>
                <a:latin typeface="Pretendard Bold"/>
              </a:rPr>
              <a:t> </a:t>
            </a:r>
            <a:r>
              <a:rPr lang="ko-KR" sz="2800" b="false" i="false" u="none" strike="noStrike">
                <a:solidFill>
                  <a:srgbClr val="000000"/>
                </a:solidFill>
                <a:ea typeface="Pretendard Bold"/>
              </a:rPr>
              <a:t>액션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7683500" y="4292600"/>
            <a:ext cx="4241800" cy="7112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문제해결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액션에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관련된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설명을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간략하게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두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줄로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적어주세요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.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7683500" y="3771900"/>
            <a:ext cx="4267200" cy="495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99600"/>
              </a:lnSpc>
            </a:pPr>
            <a:r>
              <a:rPr lang="ko-KR" sz="2800" b="false" i="false" u="none" strike="noStrike">
                <a:solidFill>
                  <a:srgbClr val="000000"/>
                </a:solidFill>
                <a:ea typeface="Pretendard Bold"/>
              </a:rPr>
              <a:t>생산성</a:t>
            </a:r>
            <a:r>
              <a:rPr lang="en-US" sz="2800" b="false" i="false" u="none" strike="noStrike">
                <a:solidFill>
                  <a:srgbClr val="000000"/>
                </a:solidFill>
                <a:latin typeface="Pretendard Bold"/>
              </a:rPr>
              <a:t> </a:t>
            </a:r>
            <a:r>
              <a:rPr lang="ko-KR" sz="2800" b="false" i="false" u="none" strike="noStrike">
                <a:solidFill>
                  <a:srgbClr val="000000"/>
                </a:solidFill>
                <a:ea typeface="Pretendard Bold"/>
              </a:rPr>
              <a:t>증가</a:t>
            </a:r>
            <a:r>
              <a:rPr lang="en-US" sz="2800" b="false" i="false" u="none" strike="noStrike">
                <a:solidFill>
                  <a:srgbClr val="000000"/>
                </a:solidFill>
                <a:latin typeface="Pretendard Bold"/>
              </a:rPr>
              <a:t> </a:t>
            </a:r>
            <a:r>
              <a:rPr lang="ko-KR" sz="2800" b="false" i="false" u="none" strike="noStrike">
                <a:solidFill>
                  <a:srgbClr val="000000"/>
                </a:solidFill>
                <a:ea typeface="Pretendard Bold"/>
              </a:rPr>
              <a:t>액션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752600" y="4292600"/>
            <a:ext cx="4241800" cy="7112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문제해결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액션에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관련된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설명을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간략하게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두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줄로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적어주세요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.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752600" y="3771900"/>
            <a:ext cx="4267200" cy="495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99600"/>
              </a:lnSpc>
            </a:pPr>
            <a:r>
              <a:rPr lang="ko-KR" sz="2800" b="false" i="false" u="none" strike="noStrike">
                <a:solidFill>
                  <a:srgbClr val="000000"/>
                </a:solidFill>
                <a:ea typeface="Pretendard Bold"/>
              </a:rPr>
              <a:t>문제해결</a:t>
            </a:r>
            <a:r>
              <a:rPr lang="en-US" sz="2800" b="false" i="false" u="none" strike="noStrike">
                <a:solidFill>
                  <a:srgbClr val="000000"/>
                </a:solidFill>
                <a:latin typeface="Pretendard Bold"/>
              </a:rPr>
              <a:t> </a:t>
            </a:r>
            <a:r>
              <a:rPr lang="ko-KR" sz="2800" b="false" i="false" u="none" strike="noStrike">
                <a:solidFill>
                  <a:srgbClr val="000000"/>
                </a:solidFill>
                <a:ea typeface="Pretendard Bold"/>
              </a:rPr>
              <a:t>액션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EEE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-203200" y="2082800"/>
            <a:ext cx="18681700" cy="8382000"/>
          </a:xfrm>
          <a:prstGeom prst="rect">
            <a:avLst/>
          </a:prstGeom>
          <a:effectLst>
            <a:outerShdw dir="5400000" dist="0" blurRad="874437">
              <a:srgbClr val="000000">
                <a:alpha val="15000"/>
              </a:srgbClr>
            </a:outerShdw>
          </a:effectLst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482600" y="469900"/>
            <a:ext cx="17335500" cy="11430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2832100" y="660400"/>
            <a:ext cx="762000" cy="7620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3614400" y="3606800"/>
            <a:ext cx="4191000" cy="29464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9321800" y="3606800"/>
            <a:ext cx="4191000" cy="29464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9321800" y="6654800"/>
            <a:ext cx="8483600" cy="29591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508000" y="4394200"/>
            <a:ext cx="2730500" cy="9525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3390900" y="4394200"/>
            <a:ext cx="2730500" cy="9525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6286500" y="4394200"/>
            <a:ext cx="2730500" cy="9525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457200" y="9817100"/>
            <a:ext cx="17335500" cy="254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457200" y="3606800"/>
            <a:ext cx="8572500" cy="254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457200" y="5676900"/>
            <a:ext cx="8572500" cy="254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457200" y="7747000"/>
            <a:ext cx="8572500" cy="254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9321800" y="3606800"/>
            <a:ext cx="4191000" cy="25400"/>
          </a:xfrm>
          <a:prstGeom prst="rect">
            <a:avLst/>
          </a:prstGeom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9321800" y="6654800"/>
            <a:ext cx="8483600" cy="25400"/>
          </a:xfrm>
          <a:prstGeom prst="rect">
            <a:avLst/>
          </a:prstGeom>
        </p:spPr>
      </p:pic>
      <p:pic>
        <p:nvPicPr>
          <p:cNvPr name="Picture 17" id="17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13601700" y="3606800"/>
            <a:ext cx="4191000" cy="25400"/>
          </a:xfrm>
          <a:prstGeom prst="rect">
            <a:avLst/>
          </a:prstGeom>
        </p:spPr>
      </p:pic>
      <p:sp>
        <p:nvSpPr>
          <p:cNvPr name="TextBox 18" id="18"/>
          <p:cNvSpPr txBox="true"/>
          <p:nvPr/>
        </p:nvSpPr>
        <p:spPr>
          <a:xfrm rot="0">
            <a:off x="15519400" y="2832100"/>
            <a:ext cx="2324100" cy="3175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99600"/>
              </a:lnSpc>
            </a:pPr>
            <a:r>
              <a:rPr lang="en-US" sz="1800" b="false" i="false" u="none" strike="noStrike">
                <a:solidFill>
                  <a:srgbClr val="000000"/>
                </a:solidFill>
                <a:latin typeface="Pretendard Regular"/>
              </a:rPr>
              <a:t>100%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4300200" y="2819400"/>
            <a:ext cx="1143000" cy="3302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99600"/>
              </a:lnSpc>
            </a:pPr>
            <a:r>
              <a:rPr lang="en-US" sz="1900" b="false" i="false" u="none" strike="noStrike">
                <a:solidFill>
                  <a:srgbClr val="000000"/>
                </a:solidFill>
                <a:latin typeface="Pretendard SemiBold"/>
              </a:rPr>
              <a:t>|  </a:t>
            </a:r>
            <a:r>
              <a:rPr lang="ko-KR" sz="1900" b="false" i="false" u="none" strike="noStrike">
                <a:solidFill>
                  <a:srgbClr val="000000"/>
                </a:solidFill>
                <a:ea typeface="Pretendard SemiBold"/>
              </a:rPr>
              <a:t>기여도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5519400" y="2489200"/>
            <a:ext cx="2324100" cy="3175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99600"/>
              </a:lnSpc>
            </a:pPr>
            <a:r>
              <a:rPr lang="en-US" sz="1800" b="false" i="false" u="none" strike="noStrike">
                <a:solidFill>
                  <a:srgbClr val="000000"/>
                </a:solidFill>
                <a:latin typeface="Pretendard Regular"/>
              </a:rPr>
              <a:t>2080.00 - 2080.00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4300200" y="2476500"/>
            <a:ext cx="1130300" cy="3302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99600"/>
              </a:lnSpc>
            </a:pPr>
            <a:r>
              <a:rPr lang="en-US" sz="1900" b="false" i="false" u="none" strike="noStrike">
                <a:solidFill>
                  <a:srgbClr val="000000"/>
                </a:solidFill>
                <a:latin typeface="Pretendard SemiBold"/>
              </a:rPr>
              <a:t>|  </a:t>
            </a:r>
            <a:r>
              <a:rPr lang="ko-KR" sz="1900" b="false" i="false" u="none" strike="noStrike">
                <a:solidFill>
                  <a:srgbClr val="000000"/>
                </a:solidFill>
                <a:ea typeface="Pretendard SemiBold"/>
              </a:rPr>
              <a:t>제작기간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482600" y="2463800"/>
            <a:ext cx="12407900" cy="3937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24499"/>
              </a:lnSpc>
            </a:pPr>
            <a:r>
              <a:rPr lang="ko-KR" sz="2200" b="false" i="false" u="none" strike="noStrike">
                <a:solidFill>
                  <a:srgbClr val="000000"/>
                </a:solidFill>
                <a:ea typeface="Pretendard Medium"/>
              </a:rPr>
              <a:t>프로젝트에</a:t>
            </a:r>
            <a:r>
              <a:rPr lang="en-US" sz="22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Medium"/>
              </a:rPr>
              <a:t>대한</a:t>
            </a:r>
            <a:r>
              <a:rPr lang="en-US" sz="22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Medium"/>
              </a:rPr>
              <a:t>설명을</a:t>
            </a:r>
            <a:r>
              <a:rPr lang="en-US" sz="22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Medium"/>
              </a:rPr>
              <a:t>두</a:t>
            </a:r>
            <a:r>
              <a:rPr lang="en-US" sz="22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Medium"/>
              </a:rPr>
              <a:t>줄</a:t>
            </a:r>
            <a:r>
              <a:rPr lang="en-US" sz="22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Medium"/>
              </a:rPr>
              <a:t>이내로</a:t>
            </a:r>
            <a:r>
              <a:rPr lang="en-US" sz="22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Medium"/>
              </a:rPr>
              <a:t>간략하게</a:t>
            </a:r>
            <a:r>
              <a:rPr lang="en-US" sz="22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Medium"/>
              </a:rPr>
              <a:t>작성해</a:t>
            </a:r>
            <a:r>
              <a:rPr lang="en-US" sz="22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Medium"/>
              </a:rPr>
              <a:t>주세요</a:t>
            </a:r>
            <a:r>
              <a:rPr lang="en-US" sz="2200" b="false" i="false" u="none" strike="noStrike">
                <a:solidFill>
                  <a:srgbClr val="000000"/>
                </a:solidFill>
                <a:latin typeface="Pretendard Medium"/>
              </a:rPr>
              <a:t>.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3822700" y="762000"/>
            <a:ext cx="7632700" cy="622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99600"/>
              </a:lnSpc>
            </a:pPr>
            <a:r>
              <a:rPr lang="ko-KR" sz="3500" b="false" i="false" u="none" strike="noStrike">
                <a:solidFill>
                  <a:srgbClr val="FFFFFF"/>
                </a:solidFill>
                <a:ea typeface="Pretendard Bold"/>
              </a:rPr>
              <a:t>업무를</a:t>
            </a:r>
            <a:r>
              <a:rPr lang="en-US" sz="3500" b="false" i="false" u="none" strike="noStrike">
                <a:solidFill>
                  <a:srgbClr val="FFFFFF"/>
                </a:solidFill>
                <a:latin typeface="Pretendard Bold"/>
              </a:rPr>
              <a:t> </a:t>
            </a:r>
            <a:r>
              <a:rPr lang="ko-KR" sz="3500" b="false" i="false" u="none" strike="noStrike">
                <a:solidFill>
                  <a:srgbClr val="FFFFFF"/>
                </a:solidFill>
                <a:ea typeface="Pretendard Bold"/>
              </a:rPr>
              <a:t>수행하며</a:t>
            </a:r>
            <a:r>
              <a:rPr lang="en-US" sz="3500" b="false" i="false" u="none" strike="noStrike">
                <a:solidFill>
                  <a:srgbClr val="FFFFFF"/>
                </a:solidFill>
                <a:latin typeface="Pretendard Bold"/>
              </a:rPr>
              <a:t> </a:t>
            </a:r>
            <a:r>
              <a:rPr lang="ko-KR" sz="3500" b="false" i="false" u="none" strike="noStrike">
                <a:solidFill>
                  <a:srgbClr val="FFFFFF"/>
                </a:solidFill>
                <a:ea typeface="Pretendard Bold"/>
              </a:rPr>
              <a:t>얻은</a:t>
            </a:r>
            <a:r>
              <a:rPr lang="en-US" sz="3500" b="false" i="false" u="none" strike="noStrike">
                <a:solidFill>
                  <a:srgbClr val="FFFFFF"/>
                </a:solidFill>
                <a:latin typeface="Pretendard Bold"/>
              </a:rPr>
              <a:t> </a:t>
            </a:r>
            <a:r>
              <a:rPr lang="ko-KR" sz="3500" b="false" i="false" u="none" strike="noStrike">
                <a:solidFill>
                  <a:srgbClr val="FFFFFF"/>
                </a:solidFill>
                <a:ea typeface="Pretendard Bold"/>
              </a:rPr>
              <a:t>개선점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2857500" y="863600"/>
            <a:ext cx="698500" cy="3937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99600"/>
              </a:lnSpc>
            </a:pPr>
            <a:r>
              <a:rPr lang="en-US" sz="2200" b="false" i="false" u="none" strike="noStrike">
                <a:solidFill>
                  <a:srgbClr val="FFFFFF"/>
                </a:solidFill>
                <a:latin typeface="Pretendard Bold"/>
              </a:rPr>
              <a:t>04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876300" y="711200"/>
            <a:ext cx="2057400" cy="7112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99600"/>
              </a:lnSpc>
            </a:pPr>
            <a:r>
              <a:rPr lang="en-US" sz="4000" b="false" i="false" u="none" strike="noStrike">
                <a:solidFill>
                  <a:srgbClr val="FFFFFF"/>
                </a:solidFill>
                <a:latin typeface="Pretendard SemiBold"/>
              </a:rPr>
              <a:t>Project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4160500" y="876300"/>
            <a:ext cx="3251200" cy="3556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r" lvl="0">
              <a:lnSpc>
                <a:spcPct val="99600"/>
              </a:lnSpc>
            </a:pPr>
            <a:r>
              <a:rPr lang="en-US" sz="2000" b="false" i="false" u="none" strike="noStrike">
                <a:solidFill>
                  <a:srgbClr val="FFFFFF"/>
                </a:solidFill>
                <a:latin typeface="Pretendard SemiBold"/>
              </a:rPr>
              <a:t>2080 Kim Mi-ri Portfolio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457200" y="3797300"/>
            <a:ext cx="8636000" cy="495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99600"/>
              </a:lnSpc>
            </a:pPr>
            <a:r>
              <a:rPr lang="en-US" sz="2800" b="false" i="false" u="none" strike="noStrike">
                <a:solidFill>
                  <a:srgbClr val="FF3C00"/>
                </a:solidFill>
                <a:latin typeface="Pretendard Bold"/>
              </a:rPr>
              <a:t>| </a:t>
            </a:r>
            <a:r>
              <a:rPr lang="ko-KR" sz="2800" b="false" i="false" u="none" strike="noStrike">
                <a:solidFill>
                  <a:srgbClr val="000000"/>
                </a:solidFill>
                <a:ea typeface="Pretendard Bold"/>
              </a:rPr>
              <a:t>고객</a:t>
            </a:r>
            <a:r>
              <a:rPr lang="en-US" sz="2800" b="false" i="false" u="none" strike="noStrike">
                <a:solidFill>
                  <a:srgbClr val="000000"/>
                </a:solidFill>
                <a:latin typeface="Pretendard Bold"/>
              </a:rPr>
              <a:t> </a:t>
            </a:r>
            <a:r>
              <a:rPr lang="ko-KR" sz="2800" b="false" i="false" u="none" strike="noStrike">
                <a:solidFill>
                  <a:srgbClr val="000000"/>
                </a:solidFill>
                <a:ea typeface="Pretendard Bold"/>
              </a:rPr>
              <a:t>니즈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457200" y="6489700"/>
            <a:ext cx="5524500" cy="7112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 indent="-342900" marL="342900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이곳에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문제상황에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대한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간단한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설명을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적어주세요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.</a:t>
            </a:r>
          </a:p>
          <a:p>
            <a:pPr algn="l" lvl="0" indent="-342900" marL="342900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두줄로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요약해서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간략하게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적어주세요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.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457200" y="5880100"/>
            <a:ext cx="5537200" cy="495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99600"/>
              </a:lnSpc>
            </a:pPr>
            <a:r>
              <a:rPr lang="en-US" sz="2800" b="false" i="false" u="none" strike="noStrike">
                <a:solidFill>
                  <a:srgbClr val="FF3C00"/>
                </a:solidFill>
                <a:latin typeface="Pretendard Bold"/>
              </a:rPr>
              <a:t>|</a:t>
            </a:r>
            <a:r>
              <a:rPr lang="en-US" sz="2800" b="false" i="false" u="none" strike="noStrike">
                <a:solidFill>
                  <a:srgbClr val="000000"/>
                </a:solidFill>
                <a:latin typeface="Pretendard Bold"/>
              </a:rPr>
              <a:t> </a:t>
            </a:r>
            <a:r>
              <a:rPr lang="ko-KR" sz="2800" b="false" i="false" u="none" strike="noStrike">
                <a:solidFill>
                  <a:srgbClr val="000000"/>
                </a:solidFill>
                <a:ea typeface="Pretendard Bold"/>
              </a:rPr>
              <a:t>문제</a:t>
            </a:r>
            <a:r>
              <a:rPr lang="en-US" sz="2800" b="false" i="false" u="none" strike="noStrike">
                <a:solidFill>
                  <a:srgbClr val="000000"/>
                </a:solidFill>
                <a:latin typeface="Pretendard Bold"/>
              </a:rPr>
              <a:t> or </a:t>
            </a:r>
            <a:r>
              <a:rPr lang="ko-KR" sz="2800" b="false" i="false" u="none" strike="noStrike">
                <a:solidFill>
                  <a:srgbClr val="000000"/>
                </a:solidFill>
                <a:ea typeface="Pretendard Bold"/>
              </a:rPr>
              <a:t>기회상황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457200" y="8559800"/>
            <a:ext cx="5524500" cy="7112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 indent="-342900" marL="342900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이곳에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비교대상에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대한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간단한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설명을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적어주세요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.</a:t>
            </a:r>
          </a:p>
          <a:p>
            <a:pPr algn="l" lvl="0" indent="-342900" marL="342900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두줄로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요약해서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간략하게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적어주세요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.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457200" y="7962900"/>
            <a:ext cx="5537200" cy="495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99600"/>
              </a:lnSpc>
            </a:pPr>
            <a:r>
              <a:rPr lang="en-US" sz="2800" b="false" i="false" u="none" strike="noStrike">
                <a:solidFill>
                  <a:srgbClr val="FF3C00"/>
                </a:solidFill>
                <a:latin typeface="Pretendard Bold"/>
              </a:rPr>
              <a:t>| </a:t>
            </a:r>
            <a:r>
              <a:rPr lang="ko-KR" sz="2800" b="false" i="false" u="none" strike="noStrike">
                <a:solidFill>
                  <a:srgbClr val="000000"/>
                </a:solidFill>
                <a:ea typeface="Pretendard Bold"/>
              </a:rPr>
              <a:t>비교대상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609600" y="4711700"/>
            <a:ext cx="2514600" cy="3556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고객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니즈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 1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3505200" y="4711700"/>
            <a:ext cx="2514600" cy="3556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고객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니즈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 2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6388100" y="4711700"/>
            <a:ext cx="2514600" cy="3556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고객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니즈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 3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EEE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-203200" y="2082800"/>
            <a:ext cx="18681700" cy="8382000"/>
          </a:xfrm>
          <a:prstGeom prst="rect">
            <a:avLst/>
          </a:prstGeom>
          <a:effectLst>
            <a:outerShdw dir="5400000" dist="0" blurRad="874437">
              <a:srgbClr val="000000">
                <a:alpha val="15000"/>
              </a:srgbClr>
            </a:outerShdw>
          </a:effectLst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482600" y="469900"/>
            <a:ext cx="17335500" cy="11430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2832100" y="660400"/>
            <a:ext cx="762000" cy="7620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457200" y="9817100"/>
            <a:ext cx="17335500" cy="254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508000" y="4394200"/>
            <a:ext cx="4660900" cy="9525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5791200" y="4394200"/>
            <a:ext cx="4673600" cy="9525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508000" y="6464300"/>
            <a:ext cx="4660900" cy="9525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5791200" y="6464300"/>
            <a:ext cx="4673600" cy="9525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508000" y="8547100"/>
            <a:ext cx="4660900" cy="9525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5791200" y="8547100"/>
            <a:ext cx="4673600" cy="9525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4287500" y="3619500"/>
            <a:ext cx="3530600" cy="17145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0680700" y="3619500"/>
            <a:ext cx="3530600" cy="17145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14287500" y="5689600"/>
            <a:ext cx="3530600" cy="17145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14287500" y="7759700"/>
            <a:ext cx="3530600" cy="1714500"/>
          </a:xfrm>
          <a:prstGeom prst="rect">
            <a:avLst/>
          </a:prstGeom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10680700" y="7759700"/>
            <a:ext cx="3530600" cy="1714500"/>
          </a:xfrm>
          <a:prstGeom prst="rect">
            <a:avLst/>
          </a:prstGeom>
        </p:spPr>
      </p:pic>
      <p:pic>
        <p:nvPicPr>
          <p:cNvPr name="Picture 17" id="17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10680700" y="5689600"/>
            <a:ext cx="3530600" cy="1714500"/>
          </a:xfrm>
          <a:prstGeom prst="rect">
            <a:avLst/>
          </a:prstGeom>
        </p:spPr>
      </p:pic>
      <p:grpSp>
        <p:nvGrpSpPr>
          <p:cNvPr name="Group 18" id="18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9" id="19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0">
            <a:off x="5257800" y="4622800"/>
            <a:ext cx="444500" cy="444500"/>
          </a:xfrm>
          <a:prstGeom prst="rect">
            <a:avLst/>
          </a:prstGeom>
        </p:spPr>
      </p:pic>
      <p:pic>
        <p:nvPicPr>
          <p:cNvPr name="Picture 20" id="20"/>
          <p:cNvPicPr>
            <a:picLocks noChangeAspect="true"/>
          </p:cNvPicPr>
          <p:nvPr/>
        </p:nvPicPr>
        <p:blipFill>
          <a:blip r:embed="rId15"/>
          <a:stretch>
            <a:fillRect/>
          </a:stretch>
        </p:blipFill>
        <p:spPr>
          <a:xfrm rot="2700000">
            <a:off x="5384800" y="4762500"/>
            <a:ext cx="177800" cy="177800"/>
          </a:xfrm>
          <a:prstGeom prst="rect">
            <a:avLst/>
          </a:prstGeom>
        </p:spPr>
      </p:pic>
      <p:grpSp>
        <p:nvGrpSpPr>
          <p:cNvPr name="Group 21" id="21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22" id="22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0">
            <a:off x="5257800" y="6692900"/>
            <a:ext cx="444500" cy="444500"/>
          </a:xfrm>
          <a:prstGeom prst="rect">
            <a:avLst/>
          </a:prstGeom>
        </p:spPr>
      </p:pic>
      <p:pic>
        <p:nvPicPr>
          <p:cNvPr name="Picture 23" id="23"/>
          <p:cNvPicPr>
            <a:picLocks noChangeAspect="true"/>
          </p:cNvPicPr>
          <p:nvPr/>
        </p:nvPicPr>
        <p:blipFill>
          <a:blip r:embed="rId15"/>
          <a:stretch>
            <a:fillRect/>
          </a:stretch>
        </p:blipFill>
        <p:spPr>
          <a:xfrm rot="2700000">
            <a:off x="5384800" y="6832600"/>
            <a:ext cx="177800" cy="177800"/>
          </a:xfrm>
          <a:prstGeom prst="rect">
            <a:avLst/>
          </a:prstGeom>
        </p:spPr>
      </p:pic>
      <p:grpSp>
        <p:nvGrpSpPr>
          <p:cNvPr name="Group 24" id="24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25" id="25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0">
            <a:off x="5257800" y="8775700"/>
            <a:ext cx="444500" cy="444500"/>
          </a:xfrm>
          <a:prstGeom prst="rect">
            <a:avLst/>
          </a:prstGeom>
        </p:spPr>
      </p:pic>
      <p:pic>
        <p:nvPicPr>
          <p:cNvPr name="Picture 26" id="26"/>
          <p:cNvPicPr>
            <a:picLocks noChangeAspect="true"/>
          </p:cNvPicPr>
          <p:nvPr/>
        </p:nvPicPr>
        <p:blipFill>
          <a:blip r:embed="rId15"/>
          <a:stretch>
            <a:fillRect/>
          </a:stretch>
        </p:blipFill>
        <p:spPr>
          <a:xfrm rot="2700000">
            <a:off x="5384800" y="8902700"/>
            <a:ext cx="177800" cy="177800"/>
          </a:xfrm>
          <a:prstGeom prst="rect">
            <a:avLst/>
          </a:prstGeom>
        </p:spPr>
      </p:pic>
      <p:pic>
        <p:nvPicPr>
          <p:cNvPr name="Picture 27" id="27"/>
          <p:cNvPicPr>
            <a:picLocks noChangeAspect="true"/>
          </p:cNvPicPr>
          <p:nvPr/>
        </p:nvPicPr>
        <p:blipFill>
          <a:blip r:embed="rId16"/>
          <a:stretch>
            <a:fillRect/>
          </a:stretch>
        </p:blipFill>
        <p:spPr>
          <a:xfrm rot="0">
            <a:off x="457200" y="3606800"/>
            <a:ext cx="10007600" cy="25400"/>
          </a:xfrm>
          <a:prstGeom prst="rect">
            <a:avLst/>
          </a:prstGeom>
        </p:spPr>
      </p:pic>
      <p:pic>
        <p:nvPicPr>
          <p:cNvPr name="Picture 28" id="28"/>
          <p:cNvPicPr>
            <a:picLocks noChangeAspect="true"/>
          </p:cNvPicPr>
          <p:nvPr/>
        </p:nvPicPr>
        <p:blipFill>
          <a:blip r:embed="rId17"/>
          <a:stretch>
            <a:fillRect/>
          </a:stretch>
        </p:blipFill>
        <p:spPr>
          <a:xfrm rot="0">
            <a:off x="457200" y="5676900"/>
            <a:ext cx="10007600" cy="25400"/>
          </a:xfrm>
          <a:prstGeom prst="rect">
            <a:avLst/>
          </a:prstGeom>
        </p:spPr>
      </p:pic>
      <p:pic>
        <p:nvPicPr>
          <p:cNvPr name="Picture 29" id="29"/>
          <p:cNvPicPr>
            <a:picLocks noChangeAspect="true"/>
          </p:cNvPicPr>
          <p:nvPr/>
        </p:nvPicPr>
        <p:blipFill>
          <a:blip r:embed="rId18"/>
          <a:stretch>
            <a:fillRect/>
          </a:stretch>
        </p:blipFill>
        <p:spPr>
          <a:xfrm rot="0">
            <a:off x="457200" y="7747000"/>
            <a:ext cx="10007600" cy="25400"/>
          </a:xfrm>
          <a:prstGeom prst="rect">
            <a:avLst/>
          </a:prstGeom>
        </p:spPr>
      </p:pic>
      <p:pic>
        <p:nvPicPr>
          <p:cNvPr name="Picture 30" id="30"/>
          <p:cNvPicPr>
            <a:picLocks noChangeAspect="true"/>
          </p:cNvPicPr>
          <p:nvPr/>
        </p:nvPicPr>
        <p:blipFill>
          <a:blip r:embed="rId19"/>
          <a:stretch>
            <a:fillRect/>
          </a:stretch>
        </p:blipFill>
        <p:spPr>
          <a:xfrm rot="0">
            <a:off x="14274800" y="3606800"/>
            <a:ext cx="3530600" cy="12700"/>
          </a:xfrm>
          <a:prstGeom prst="rect">
            <a:avLst/>
          </a:prstGeom>
        </p:spPr>
      </p:pic>
      <p:pic>
        <p:nvPicPr>
          <p:cNvPr name="Picture 31" id="31"/>
          <p:cNvPicPr>
            <a:picLocks noChangeAspect="true"/>
          </p:cNvPicPr>
          <p:nvPr/>
        </p:nvPicPr>
        <p:blipFill>
          <a:blip r:embed="rId19"/>
          <a:stretch>
            <a:fillRect/>
          </a:stretch>
        </p:blipFill>
        <p:spPr>
          <a:xfrm rot="0">
            <a:off x="10680700" y="3606800"/>
            <a:ext cx="3530600" cy="12700"/>
          </a:xfrm>
          <a:prstGeom prst="rect">
            <a:avLst/>
          </a:prstGeom>
        </p:spPr>
      </p:pic>
      <p:pic>
        <p:nvPicPr>
          <p:cNvPr name="Picture 32" id="32"/>
          <p:cNvPicPr>
            <a:picLocks noChangeAspect="true"/>
          </p:cNvPicPr>
          <p:nvPr/>
        </p:nvPicPr>
        <p:blipFill>
          <a:blip r:embed="rId19"/>
          <a:stretch>
            <a:fillRect/>
          </a:stretch>
        </p:blipFill>
        <p:spPr>
          <a:xfrm rot="0">
            <a:off x="14274800" y="5676900"/>
            <a:ext cx="3530600" cy="12700"/>
          </a:xfrm>
          <a:prstGeom prst="rect">
            <a:avLst/>
          </a:prstGeom>
        </p:spPr>
      </p:pic>
      <p:pic>
        <p:nvPicPr>
          <p:cNvPr name="Picture 33" id="33"/>
          <p:cNvPicPr>
            <a:picLocks noChangeAspect="true"/>
          </p:cNvPicPr>
          <p:nvPr/>
        </p:nvPicPr>
        <p:blipFill>
          <a:blip r:embed="rId19"/>
          <a:stretch>
            <a:fillRect/>
          </a:stretch>
        </p:blipFill>
        <p:spPr>
          <a:xfrm rot="0">
            <a:off x="10680700" y="5676900"/>
            <a:ext cx="3530600" cy="12700"/>
          </a:xfrm>
          <a:prstGeom prst="rect">
            <a:avLst/>
          </a:prstGeom>
        </p:spPr>
      </p:pic>
      <p:pic>
        <p:nvPicPr>
          <p:cNvPr name="Picture 34" id="34"/>
          <p:cNvPicPr>
            <a:picLocks noChangeAspect="true"/>
          </p:cNvPicPr>
          <p:nvPr/>
        </p:nvPicPr>
        <p:blipFill>
          <a:blip r:embed="rId19"/>
          <a:stretch>
            <a:fillRect/>
          </a:stretch>
        </p:blipFill>
        <p:spPr>
          <a:xfrm rot="0">
            <a:off x="14274800" y="7747000"/>
            <a:ext cx="3530600" cy="12700"/>
          </a:xfrm>
          <a:prstGeom prst="rect">
            <a:avLst/>
          </a:prstGeom>
        </p:spPr>
      </p:pic>
      <p:pic>
        <p:nvPicPr>
          <p:cNvPr name="Picture 35" id="35"/>
          <p:cNvPicPr>
            <a:picLocks noChangeAspect="true"/>
          </p:cNvPicPr>
          <p:nvPr/>
        </p:nvPicPr>
        <p:blipFill>
          <a:blip r:embed="rId19"/>
          <a:stretch>
            <a:fillRect/>
          </a:stretch>
        </p:blipFill>
        <p:spPr>
          <a:xfrm rot="0">
            <a:off x="10680700" y="7747000"/>
            <a:ext cx="3530600" cy="12700"/>
          </a:xfrm>
          <a:prstGeom prst="rect">
            <a:avLst/>
          </a:prstGeom>
        </p:spPr>
      </p:pic>
      <p:sp>
        <p:nvSpPr>
          <p:cNvPr name="TextBox 36" id="36"/>
          <p:cNvSpPr txBox="true"/>
          <p:nvPr/>
        </p:nvSpPr>
        <p:spPr>
          <a:xfrm rot="0">
            <a:off x="15519400" y="2832100"/>
            <a:ext cx="2324100" cy="3175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99600"/>
              </a:lnSpc>
            </a:pPr>
            <a:r>
              <a:rPr lang="en-US" sz="1800" b="false" i="false" u="none" strike="noStrike">
                <a:solidFill>
                  <a:srgbClr val="000000"/>
                </a:solidFill>
                <a:latin typeface="Pretendard Regular"/>
              </a:rPr>
              <a:t>100%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4300200" y="2819400"/>
            <a:ext cx="1143000" cy="3302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99600"/>
              </a:lnSpc>
            </a:pPr>
            <a:r>
              <a:rPr lang="en-US" sz="1900" b="false" i="false" u="none" strike="noStrike">
                <a:solidFill>
                  <a:srgbClr val="000000"/>
                </a:solidFill>
                <a:latin typeface="Pretendard SemiBold"/>
              </a:rPr>
              <a:t>|  </a:t>
            </a:r>
            <a:r>
              <a:rPr lang="ko-KR" sz="1900" b="false" i="false" u="none" strike="noStrike">
                <a:solidFill>
                  <a:srgbClr val="000000"/>
                </a:solidFill>
                <a:ea typeface="Pretendard SemiBold"/>
              </a:rPr>
              <a:t>기여도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5519400" y="2489200"/>
            <a:ext cx="2324100" cy="3175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99600"/>
              </a:lnSpc>
            </a:pPr>
            <a:r>
              <a:rPr lang="en-US" sz="1800" b="false" i="false" u="none" strike="noStrike">
                <a:solidFill>
                  <a:srgbClr val="000000"/>
                </a:solidFill>
                <a:latin typeface="Pretendard Regular"/>
              </a:rPr>
              <a:t>2080.00 - 2080.00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4300200" y="2476500"/>
            <a:ext cx="1130300" cy="3302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99600"/>
              </a:lnSpc>
            </a:pPr>
            <a:r>
              <a:rPr lang="en-US" sz="1900" b="false" i="false" u="none" strike="noStrike">
                <a:solidFill>
                  <a:srgbClr val="000000"/>
                </a:solidFill>
                <a:latin typeface="Pretendard SemiBold"/>
              </a:rPr>
              <a:t>|  </a:t>
            </a:r>
            <a:r>
              <a:rPr lang="ko-KR" sz="1900" b="false" i="false" u="none" strike="noStrike">
                <a:solidFill>
                  <a:srgbClr val="000000"/>
                </a:solidFill>
                <a:ea typeface="Pretendard SemiBold"/>
              </a:rPr>
              <a:t>제작기간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482600" y="2463800"/>
            <a:ext cx="12407900" cy="3937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24499"/>
              </a:lnSpc>
            </a:pPr>
            <a:r>
              <a:rPr lang="ko-KR" sz="2200" b="false" i="false" u="none" strike="noStrike">
                <a:solidFill>
                  <a:srgbClr val="000000"/>
                </a:solidFill>
                <a:ea typeface="Pretendard Medium"/>
              </a:rPr>
              <a:t>프로젝트에</a:t>
            </a:r>
            <a:r>
              <a:rPr lang="en-US" sz="22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Medium"/>
              </a:rPr>
              <a:t>대한</a:t>
            </a:r>
            <a:r>
              <a:rPr lang="en-US" sz="22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Medium"/>
              </a:rPr>
              <a:t>설명을</a:t>
            </a:r>
            <a:r>
              <a:rPr lang="en-US" sz="22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Medium"/>
              </a:rPr>
              <a:t>두</a:t>
            </a:r>
            <a:r>
              <a:rPr lang="en-US" sz="22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Medium"/>
              </a:rPr>
              <a:t>줄</a:t>
            </a:r>
            <a:r>
              <a:rPr lang="en-US" sz="22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Medium"/>
              </a:rPr>
              <a:t>이내로</a:t>
            </a:r>
            <a:r>
              <a:rPr lang="en-US" sz="22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Medium"/>
              </a:rPr>
              <a:t>간략하게</a:t>
            </a:r>
            <a:r>
              <a:rPr lang="en-US" sz="22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Medium"/>
              </a:rPr>
              <a:t>작성해</a:t>
            </a:r>
            <a:r>
              <a:rPr lang="en-US" sz="22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Medium"/>
              </a:rPr>
              <a:t>주세요</a:t>
            </a:r>
            <a:r>
              <a:rPr lang="en-US" sz="2200" b="false" i="false" u="none" strike="noStrike">
                <a:solidFill>
                  <a:srgbClr val="000000"/>
                </a:solidFill>
                <a:latin typeface="Pretendard Medium"/>
              </a:rPr>
              <a:t>.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3822700" y="762000"/>
            <a:ext cx="7632700" cy="622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99600"/>
              </a:lnSpc>
            </a:pPr>
            <a:r>
              <a:rPr lang="ko-KR" sz="3500" b="false" i="false" u="none" strike="noStrike">
                <a:solidFill>
                  <a:srgbClr val="FFFFFF"/>
                </a:solidFill>
                <a:ea typeface="Pretendard Bold"/>
              </a:rPr>
              <a:t>업무를</a:t>
            </a:r>
            <a:r>
              <a:rPr lang="en-US" sz="3500" b="false" i="false" u="none" strike="noStrike">
                <a:solidFill>
                  <a:srgbClr val="FFFFFF"/>
                </a:solidFill>
                <a:latin typeface="Pretendard Bold"/>
              </a:rPr>
              <a:t> </a:t>
            </a:r>
            <a:r>
              <a:rPr lang="ko-KR" sz="3500" b="false" i="false" u="none" strike="noStrike">
                <a:solidFill>
                  <a:srgbClr val="FFFFFF"/>
                </a:solidFill>
                <a:ea typeface="Pretendard Bold"/>
              </a:rPr>
              <a:t>수행하며</a:t>
            </a:r>
            <a:r>
              <a:rPr lang="en-US" sz="3500" b="false" i="false" u="none" strike="noStrike">
                <a:solidFill>
                  <a:srgbClr val="FFFFFF"/>
                </a:solidFill>
                <a:latin typeface="Pretendard Bold"/>
              </a:rPr>
              <a:t> </a:t>
            </a:r>
            <a:r>
              <a:rPr lang="ko-KR" sz="3500" b="false" i="false" u="none" strike="noStrike">
                <a:solidFill>
                  <a:srgbClr val="FFFFFF"/>
                </a:solidFill>
                <a:ea typeface="Pretendard Bold"/>
              </a:rPr>
              <a:t>얻은</a:t>
            </a:r>
            <a:r>
              <a:rPr lang="en-US" sz="3500" b="false" i="false" u="none" strike="noStrike">
                <a:solidFill>
                  <a:srgbClr val="FFFFFF"/>
                </a:solidFill>
                <a:latin typeface="Pretendard Bold"/>
              </a:rPr>
              <a:t> </a:t>
            </a:r>
            <a:r>
              <a:rPr lang="ko-KR" sz="3500" b="false" i="false" u="none" strike="noStrike">
                <a:solidFill>
                  <a:srgbClr val="FFFFFF"/>
                </a:solidFill>
                <a:ea typeface="Pretendard Bold"/>
              </a:rPr>
              <a:t>개선점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2857500" y="863600"/>
            <a:ext cx="698500" cy="3937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99600"/>
              </a:lnSpc>
            </a:pPr>
            <a:r>
              <a:rPr lang="en-US" sz="2200" b="false" i="false" u="none" strike="noStrike">
                <a:solidFill>
                  <a:srgbClr val="FFFFFF"/>
                </a:solidFill>
                <a:latin typeface="Pretendard Bold"/>
              </a:rPr>
              <a:t>04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876300" y="711200"/>
            <a:ext cx="2057400" cy="7112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99600"/>
              </a:lnSpc>
            </a:pPr>
            <a:r>
              <a:rPr lang="en-US" sz="4000" b="false" i="false" u="none" strike="noStrike">
                <a:solidFill>
                  <a:srgbClr val="FFFFFF"/>
                </a:solidFill>
                <a:latin typeface="Pretendard SemiBold"/>
              </a:rPr>
              <a:t>Result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14160500" y="876300"/>
            <a:ext cx="3251200" cy="3556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r" lvl="0">
              <a:lnSpc>
                <a:spcPct val="99600"/>
              </a:lnSpc>
            </a:pPr>
            <a:r>
              <a:rPr lang="en-US" sz="2000" b="false" i="false" u="none" strike="noStrike">
                <a:solidFill>
                  <a:srgbClr val="FFFFFF"/>
                </a:solidFill>
                <a:latin typeface="Pretendard SemiBold"/>
              </a:rPr>
              <a:t>2080 Kim Mi-ri Portfolio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457200" y="3797300"/>
            <a:ext cx="8636000" cy="495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99600"/>
              </a:lnSpc>
            </a:pPr>
            <a:r>
              <a:rPr lang="en-US" sz="2800" b="false" i="false" u="none" strike="noStrike">
                <a:solidFill>
                  <a:srgbClr val="FF3C00"/>
                </a:solidFill>
                <a:latin typeface="Pretendard Bold"/>
              </a:rPr>
              <a:t>| </a:t>
            </a:r>
            <a:r>
              <a:rPr lang="ko-KR" sz="2800" b="false" i="false" u="none" strike="noStrike">
                <a:solidFill>
                  <a:srgbClr val="000000"/>
                </a:solidFill>
                <a:ea typeface="Pretendard Bold"/>
              </a:rPr>
              <a:t>문제해결</a:t>
            </a:r>
            <a:r>
              <a:rPr lang="en-US" sz="2800" b="false" i="false" u="none" strike="noStrike">
                <a:solidFill>
                  <a:srgbClr val="000000"/>
                </a:solidFill>
                <a:latin typeface="Pretendard Bold"/>
              </a:rPr>
              <a:t> </a:t>
            </a:r>
            <a:r>
              <a:rPr lang="ko-KR" sz="2800" b="false" i="false" u="none" strike="noStrike">
                <a:solidFill>
                  <a:srgbClr val="000000"/>
                </a:solidFill>
                <a:ea typeface="Pretendard Bold"/>
              </a:rPr>
              <a:t>액션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457200" y="5880100"/>
            <a:ext cx="5537200" cy="495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99600"/>
              </a:lnSpc>
            </a:pPr>
            <a:r>
              <a:rPr lang="en-US" sz="2800" b="false" i="false" u="none" strike="noStrike">
                <a:solidFill>
                  <a:srgbClr val="FF3C00"/>
                </a:solidFill>
                <a:latin typeface="Pretendard Bold"/>
              </a:rPr>
              <a:t>|</a:t>
            </a:r>
            <a:r>
              <a:rPr lang="en-US" sz="2800" b="false" i="false" u="none" strike="noStrike">
                <a:solidFill>
                  <a:srgbClr val="000000"/>
                </a:solidFill>
                <a:latin typeface="Pretendard Bold"/>
              </a:rPr>
              <a:t> </a:t>
            </a:r>
            <a:r>
              <a:rPr lang="ko-KR" sz="2800" b="false" i="false" u="none" strike="noStrike">
                <a:solidFill>
                  <a:srgbClr val="000000"/>
                </a:solidFill>
                <a:ea typeface="Pretendard Bold"/>
              </a:rPr>
              <a:t>생산성</a:t>
            </a:r>
            <a:r>
              <a:rPr lang="en-US" sz="2800" b="false" i="false" u="none" strike="noStrike">
                <a:solidFill>
                  <a:srgbClr val="000000"/>
                </a:solidFill>
                <a:latin typeface="Pretendard Bold"/>
              </a:rPr>
              <a:t> </a:t>
            </a:r>
            <a:r>
              <a:rPr lang="ko-KR" sz="2800" b="false" i="false" u="none" strike="noStrike">
                <a:solidFill>
                  <a:srgbClr val="000000"/>
                </a:solidFill>
                <a:ea typeface="Pretendard Bold"/>
              </a:rPr>
              <a:t>증가</a:t>
            </a:r>
            <a:r>
              <a:rPr lang="en-US" sz="2800" b="false" i="false" u="none" strike="noStrike">
                <a:solidFill>
                  <a:srgbClr val="000000"/>
                </a:solidFill>
                <a:latin typeface="Pretendard Bold"/>
              </a:rPr>
              <a:t> </a:t>
            </a:r>
            <a:r>
              <a:rPr lang="ko-KR" sz="2800" b="false" i="false" u="none" strike="noStrike">
                <a:solidFill>
                  <a:srgbClr val="000000"/>
                </a:solidFill>
                <a:ea typeface="Pretendard Bold"/>
              </a:rPr>
              <a:t>액션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457200" y="7962900"/>
            <a:ext cx="5537200" cy="495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99600"/>
              </a:lnSpc>
            </a:pPr>
            <a:r>
              <a:rPr lang="en-US" sz="2800" b="false" i="false" u="none" strike="noStrike">
                <a:solidFill>
                  <a:srgbClr val="FF3C00"/>
                </a:solidFill>
                <a:latin typeface="Pretendard Bold"/>
              </a:rPr>
              <a:t>| </a:t>
            </a:r>
            <a:r>
              <a:rPr lang="ko-KR" sz="2800" b="false" i="false" u="none" strike="noStrike">
                <a:solidFill>
                  <a:srgbClr val="000000"/>
                </a:solidFill>
                <a:ea typeface="Pretendard Bold"/>
              </a:rPr>
              <a:t>의사소통</a:t>
            </a:r>
            <a:r>
              <a:rPr lang="en-US" sz="2800" b="false" i="false" u="none" strike="noStrike">
                <a:solidFill>
                  <a:srgbClr val="000000"/>
                </a:solidFill>
                <a:latin typeface="Pretendard Bold"/>
              </a:rPr>
              <a:t> </a:t>
            </a:r>
            <a:r>
              <a:rPr lang="ko-KR" sz="2800" b="false" i="false" u="none" strike="noStrike">
                <a:solidFill>
                  <a:srgbClr val="000000"/>
                </a:solidFill>
                <a:ea typeface="Pretendard Bold"/>
              </a:rPr>
              <a:t>협상</a:t>
            </a:r>
            <a:r>
              <a:rPr lang="en-US" sz="2800" b="false" i="false" u="none" strike="noStrike">
                <a:solidFill>
                  <a:srgbClr val="000000"/>
                </a:solidFill>
                <a:latin typeface="Pretendard Bold"/>
              </a:rPr>
              <a:t> </a:t>
            </a:r>
            <a:r>
              <a:rPr lang="ko-KR" sz="2800" b="false" i="false" u="none" strike="noStrike">
                <a:solidFill>
                  <a:srgbClr val="000000"/>
                </a:solidFill>
                <a:ea typeface="Pretendard Bold"/>
              </a:rPr>
              <a:t>액션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609600" y="4521200"/>
            <a:ext cx="4445000" cy="7112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이곳에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문제해결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액션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방법에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대한</a:t>
            </a:r>
          </a:p>
          <a:p>
            <a:pPr algn="ctr" lvl="0">
              <a:lnSpc>
                <a:spcPct val="116199"/>
              </a:lnSpc>
            </a:pP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설명을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적어주세요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.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5905500" y="4521200"/>
            <a:ext cx="4445000" cy="7112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이곳에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문제해결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액션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결과에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대한</a:t>
            </a:r>
          </a:p>
          <a:p>
            <a:pPr algn="ctr" lvl="0">
              <a:lnSpc>
                <a:spcPct val="116199"/>
              </a:lnSpc>
            </a:pP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설명을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적어주세요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.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609600" y="6591300"/>
            <a:ext cx="4445000" cy="7112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이곳에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생산성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증가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액션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방법에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대한</a:t>
            </a:r>
          </a:p>
          <a:p>
            <a:pPr algn="ctr" lvl="0">
              <a:lnSpc>
                <a:spcPct val="116199"/>
              </a:lnSpc>
            </a:pP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설명을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적어주세요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.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5905500" y="6591300"/>
            <a:ext cx="4445000" cy="7112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이곳에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생산성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증가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액션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결과에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대한</a:t>
            </a:r>
          </a:p>
          <a:p>
            <a:pPr algn="ctr" lvl="0">
              <a:lnSpc>
                <a:spcPct val="116199"/>
              </a:lnSpc>
            </a:pP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설명을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적어주세요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.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609600" y="8674100"/>
            <a:ext cx="4445000" cy="7112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이곳에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의사소통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협상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액션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방법에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대한</a:t>
            </a:r>
          </a:p>
          <a:p>
            <a:pPr algn="ctr" lvl="0">
              <a:lnSpc>
                <a:spcPct val="116199"/>
              </a:lnSpc>
            </a:pP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설명을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적어주세요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.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5905500" y="8674100"/>
            <a:ext cx="4445000" cy="7112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이곳에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의사소통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협상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액션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결과에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대한</a:t>
            </a:r>
          </a:p>
          <a:p>
            <a:pPr algn="ctr" lvl="0">
              <a:lnSpc>
                <a:spcPct val="116199"/>
              </a:lnSpc>
            </a:pP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설명을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적어주세요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.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EEE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-203200" y="2082800"/>
            <a:ext cx="18681700" cy="8382000"/>
          </a:xfrm>
          <a:prstGeom prst="rect">
            <a:avLst/>
          </a:prstGeom>
          <a:effectLst>
            <a:outerShdw dir="5400000" dist="0" blurRad="874437">
              <a:srgbClr val="000000">
                <a:alpha val="15000"/>
              </a:srgbClr>
            </a:outerShdw>
          </a:effectLst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482600" y="469900"/>
            <a:ext cx="17335500" cy="11430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2832100" y="660400"/>
            <a:ext cx="762000" cy="7620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457200" y="9817100"/>
            <a:ext cx="17335500" cy="254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482600" y="3606800"/>
            <a:ext cx="5473700" cy="60071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482600" y="3606800"/>
            <a:ext cx="5473700" cy="254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6375400" y="3606800"/>
            <a:ext cx="11430000" cy="254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6375400" y="6705600"/>
            <a:ext cx="11430000" cy="254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6375400" y="4432300"/>
            <a:ext cx="3619500" cy="9525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0287000" y="4432300"/>
            <a:ext cx="3619500" cy="9525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14198600" y="4432300"/>
            <a:ext cx="3619500" cy="9525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6362700" y="7073900"/>
            <a:ext cx="3619500" cy="9525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10274300" y="7073900"/>
            <a:ext cx="3619500" cy="9525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14173200" y="7073900"/>
            <a:ext cx="3619500" cy="952500"/>
          </a:xfrm>
          <a:prstGeom prst="rect">
            <a:avLst/>
          </a:prstGeom>
        </p:spPr>
      </p:pic>
      <p:sp>
        <p:nvSpPr>
          <p:cNvPr name="TextBox 16" id="16"/>
          <p:cNvSpPr txBox="true"/>
          <p:nvPr/>
        </p:nvSpPr>
        <p:spPr>
          <a:xfrm rot="0">
            <a:off x="15519400" y="2832100"/>
            <a:ext cx="2324100" cy="3175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99600"/>
              </a:lnSpc>
            </a:pPr>
            <a:r>
              <a:rPr lang="en-US" sz="1800" b="false" i="false" u="none" strike="noStrike">
                <a:solidFill>
                  <a:srgbClr val="000000"/>
                </a:solidFill>
                <a:latin typeface="Pretendard Regular"/>
              </a:rPr>
              <a:t>100%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4300200" y="2819400"/>
            <a:ext cx="1143000" cy="3302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99600"/>
              </a:lnSpc>
            </a:pPr>
            <a:r>
              <a:rPr lang="en-US" sz="1900" b="false" i="false" u="none" strike="noStrike">
                <a:solidFill>
                  <a:srgbClr val="000000"/>
                </a:solidFill>
                <a:latin typeface="Pretendard SemiBold"/>
              </a:rPr>
              <a:t>|  </a:t>
            </a:r>
            <a:r>
              <a:rPr lang="ko-KR" sz="1900" b="false" i="false" u="none" strike="noStrike">
                <a:solidFill>
                  <a:srgbClr val="000000"/>
                </a:solidFill>
                <a:ea typeface="Pretendard SemiBold"/>
              </a:rPr>
              <a:t>기여도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5519400" y="2489200"/>
            <a:ext cx="2324100" cy="3175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99600"/>
              </a:lnSpc>
            </a:pPr>
            <a:r>
              <a:rPr lang="en-US" sz="1800" b="false" i="false" u="none" strike="noStrike">
                <a:solidFill>
                  <a:srgbClr val="000000"/>
                </a:solidFill>
                <a:latin typeface="Pretendard Regular"/>
              </a:rPr>
              <a:t>2080.00 - 2080.00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4300200" y="2476500"/>
            <a:ext cx="1130300" cy="3302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99600"/>
              </a:lnSpc>
            </a:pPr>
            <a:r>
              <a:rPr lang="en-US" sz="1900" b="false" i="false" u="none" strike="noStrike">
                <a:solidFill>
                  <a:srgbClr val="000000"/>
                </a:solidFill>
                <a:latin typeface="Pretendard SemiBold"/>
              </a:rPr>
              <a:t>|  </a:t>
            </a:r>
            <a:r>
              <a:rPr lang="ko-KR" sz="1900" b="false" i="false" u="none" strike="noStrike">
                <a:solidFill>
                  <a:srgbClr val="000000"/>
                </a:solidFill>
                <a:ea typeface="Pretendard SemiBold"/>
              </a:rPr>
              <a:t>제작기간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482600" y="2463800"/>
            <a:ext cx="12407900" cy="3937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24499"/>
              </a:lnSpc>
            </a:pPr>
            <a:r>
              <a:rPr lang="ko-KR" sz="2200" b="false" i="false" u="none" strike="noStrike">
                <a:solidFill>
                  <a:srgbClr val="000000"/>
                </a:solidFill>
                <a:ea typeface="Pretendard Medium"/>
              </a:rPr>
              <a:t>프로젝트에</a:t>
            </a:r>
            <a:r>
              <a:rPr lang="en-US" sz="22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Medium"/>
              </a:rPr>
              <a:t>대한</a:t>
            </a:r>
            <a:r>
              <a:rPr lang="en-US" sz="22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Medium"/>
              </a:rPr>
              <a:t>설명을</a:t>
            </a:r>
            <a:r>
              <a:rPr lang="en-US" sz="22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Medium"/>
              </a:rPr>
              <a:t>두</a:t>
            </a:r>
            <a:r>
              <a:rPr lang="en-US" sz="22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Medium"/>
              </a:rPr>
              <a:t>줄</a:t>
            </a:r>
            <a:r>
              <a:rPr lang="en-US" sz="22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Medium"/>
              </a:rPr>
              <a:t>이내로</a:t>
            </a:r>
            <a:r>
              <a:rPr lang="en-US" sz="22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Medium"/>
              </a:rPr>
              <a:t>간략하게</a:t>
            </a:r>
            <a:r>
              <a:rPr lang="en-US" sz="22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Medium"/>
              </a:rPr>
              <a:t>작성해</a:t>
            </a:r>
            <a:r>
              <a:rPr lang="en-US" sz="22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Medium"/>
              </a:rPr>
              <a:t>주세요</a:t>
            </a:r>
            <a:r>
              <a:rPr lang="en-US" sz="2200" b="false" i="false" u="none" strike="noStrike">
                <a:solidFill>
                  <a:srgbClr val="000000"/>
                </a:solidFill>
                <a:latin typeface="Pretendard Medium"/>
              </a:rPr>
              <a:t>.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3822700" y="762000"/>
            <a:ext cx="7632700" cy="622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99600"/>
              </a:lnSpc>
            </a:pPr>
            <a:r>
              <a:rPr lang="ko-KR" sz="3500" b="false" i="false" u="none" strike="noStrike">
                <a:solidFill>
                  <a:srgbClr val="FFFFFF"/>
                </a:solidFill>
                <a:ea typeface="Pretendard Bold"/>
              </a:rPr>
              <a:t>가장</a:t>
            </a:r>
            <a:r>
              <a:rPr lang="en-US" sz="3500" b="false" i="false" u="none" strike="noStrike">
                <a:solidFill>
                  <a:srgbClr val="FFFFFF"/>
                </a:solidFill>
                <a:latin typeface="Pretendard Bold"/>
              </a:rPr>
              <a:t> </a:t>
            </a:r>
            <a:r>
              <a:rPr lang="ko-KR" sz="3500" b="false" i="false" u="none" strike="noStrike">
                <a:solidFill>
                  <a:srgbClr val="FFFFFF"/>
                </a:solidFill>
                <a:ea typeface="Pretendard Bold"/>
              </a:rPr>
              <a:t>의미</a:t>
            </a:r>
            <a:r>
              <a:rPr lang="en-US" sz="3500" b="false" i="false" u="none" strike="noStrike">
                <a:solidFill>
                  <a:srgbClr val="FFFFFF"/>
                </a:solidFill>
                <a:latin typeface="Pretendard Bold"/>
              </a:rPr>
              <a:t> </a:t>
            </a:r>
            <a:r>
              <a:rPr lang="ko-KR" sz="3500" b="false" i="false" u="none" strike="noStrike">
                <a:solidFill>
                  <a:srgbClr val="FFFFFF"/>
                </a:solidFill>
                <a:ea typeface="Pretendard Bold"/>
              </a:rPr>
              <a:t>있었던</a:t>
            </a:r>
            <a:r>
              <a:rPr lang="en-US" sz="3500" b="false" i="false" u="none" strike="noStrike">
                <a:solidFill>
                  <a:srgbClr val="FFFFFF"/>
                </a:solidFill>
                <a:latin typeface="Pretendard Bold"/>
              </a:rPr>
              <a:t> </a:t>
            </a:r>
            <a:r>
              <a:rPr lang="ko-KR" sz="3500" b="false" i="false" u="none" strike="noStrike">
                <a:solidFill>
                  <a:srgbClr val="FFFFFF"/>
                </a:solidFill>
                <a:ea typeface="Pretendard Bold"/>
              </a:rPr>
              <a:t>협업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2857500" y="863600"/>
            <a:ext cx="698500" cy="3937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99600"/>
              </a:lnSpc>
            </a:pPr>
            <a:r>
              <a:rPr lang="en-US" sz="2200" b="false" i="false" u="none" strike="noStrike">
                <a:solidFill>
                  <a:srgbClr val="FFFFFF"/>
                </a:solidFill>
                <a:latin typeface="Pretendard Bold"/>
              </a:rPr>
              <a:t>05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876300" y="711200"/>
            <a:ext cx="2057400" cy="7112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99600"/>
              </a:lnSpc>
            </a:pPr>
            <a:r>
              <a:rPr lang="en-US" sz="4000" b="false" i="false" u="none" strike="noStrike">
                <a:solidFill>
                  <a:srgbClr val="FFFFFF"/>
                </a:solidFill>
                <a:latin typeface="Pretendard SemiBold"/>
              </a:rPr>
              <a:t>Project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4160500" y="876300"/>
            <a:ext cx="3251200" cy="3556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r" lvl="0">
              <a:lnSpc>
                <a:spcPct val="99600"/>
              </a:lnSpc>
            </a:pPr>
            <a:r>
              <a:rPr lang="en-US" sz="2000" b="false" i="false" u="none" strike="noStrike">
                <a:solidFill>
                  <a:srgbClr val="FFFFFF"/>
                </a:solidFill>
                <a:latin typeface="Pretendard SemiBold"/>
              </a:rPr>
              <a:t>2080 Kim Mi-ri Portfolio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6375400" y="3797300"/>
            <a:ext cx="5537200" cy="495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99600"/>
              </a:lnSpc>
            </a:pPr>
            <a:r>
              <a:rPr lang="ko-KR" sz="2800" b="false" i="false" u="none" strike="noStrike">
                <a:solidFill>
                  <a:srgbClr val="000000"/>
                </a:solidFill>
                <a:ea typeface="Pretendard Bold"/>
              </a:rPr>
              <a:t>프로젝트</a:t>
            </a:r>
            <a:r>
              <a:rPr lang="en-US" sz="2800" b="false" i="false" u="none" strike="noStrike">
                <a:solidFill>
                  <a:srgbClr val="000000"/>
                </a:solidFill>
                <a:latin typeface="Pretendard Bold"/>
              </a:rPr>
              <a:t> </a:t>
            </a:r>
            <a:r>
              <a:rPr lang="ko-KR" sz="2800" b="false" i="false" u="none" strike="noStrike">
                <a:solidFill>
                  <a:srgbClr val="000000"/>
                </a:solidFill>
                <a:ea typeface="Pretendard Bold"/>
              </a:rPr>
              <a:t>배경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6934200" y="4749800"/>
            <a:ext cx="2514600" cy="3556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2000" b="false" i="false" u="none" strike="noStrike">
                <a:solidFill>
                  <a:srgbClr val="FF3C00"/>
                </a:solidFill>
                <a:latin typeface="Pretendard Medium"/>
              </a:rPr>
              <a:t>Keyword 1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0845800" y="4749800"/>
            <a:ext cx="2514600" cy="3556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2000" b="false" i="false" u="none" strike="noStrike">
                <a:solidFill>
                  <a:srgbClr val="FF3C00"/>
                </a:solidFill>
                <a:latin typeface="Pretendard Medium"/>
              </a:rPr>
              <a:t>Keyword 2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4744700" y="4749800"/>
            <a:ext cx="2514600" cy="3556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2000" b="false" i="false" u="none" strike="noStrike">
                <a:solidFill>
                  <a:srgbClr val="FF3C00"/>
                </a:solidFill>
                <a:latin typeface="Pretendard Medium"/>
              </a:rPr>
              <a:t>Keyword 3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6413500" y="5626100"/>
            <a:ext cx="11455400" cy="7112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 indent="-342900" marL="342900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해당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프로젝트에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대한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배경설명을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하는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부분입니다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.</a:t>
            </a:r>
          </a:p>
          <a:p>
            <a:pPr algn="l" lvl="0" indent="-342900" marL="342900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간단한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설명을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두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줄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이내로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작성해주세요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.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6324600" y="8343900"/>
            <a:ext cx="3670300" cy="10668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이곳에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고객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니즈에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대한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간단한</a:t>
            </a:r>
          </a:p>
          <a:p>
            <a:pPr algn="ctr" lvl="0">
              <a:lnSpc>
                <a:spcPct val="116199"/>
              </a:lnSpc>
            </a:pP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설명을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두줄로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요약해서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간략하게</a:t>
            </a:r>
          </a:p>
          <a:p>
            <a:pPr algn="ctr" lvl="0">
              <a:lnSpc>
                <a:spcPct val="116199"/>
              </a:lnSpc>
            </a:pP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적어주세요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.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6629400" y="7340600"/>
            <a:ext cx="3098800" cy="4445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99600"/>
              </a:lnSpc>
            </a:pPr>
            <a:r>
              <a:rPr lang="ko-KR" sz="2500" b="false" i="false" u="none" strike="noStrike">
                <a:solidFill>
                  <a:srgbClr val="000000"/>
                </a:solidFill>
                <a:ea typeface="Pretendard Bold"/>
              </a:rPr>
              <a:t>고객</a:t>
            </a:r>
            <a:r>
              <a:rPr lang="en-US" sz="2500" b="false" i="false" u="none" strike="noStrike">
                <a:solidFill>
                  <a:srgbClr val="000000"/>
                </a:solidFill>
                <a:latin typeface="Pretendard Bold"/>
              </a:rPr>
              <a:t> </a:t>
            </a:r>
            <a:r>
              <a:rPr lang="ko-KR" sz="2500" b="false" i="false" u="none" strike="noStrike">
                <a:solidFill>
                  <a:srgbClr val="000000"/>
                </a:solidFill>
                <a:ea typeface="Pretendard Bold"/>
              </a:rPr>
              <a:t>니즈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0528300" y="7340600"/>
            <a:ext cx="3098800" cy="4445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99600"/>
              </a:lnSpc>
            </a:pPr>
            <a:r>
              <a:rPr lang="ko-KR" sz="2500" b="false" i="false" u="none" strike="noStrike">
                <a:solidFill>
                  <a:srgbClr val="000000"/>
                </a:solidFill>
                <a:ea typeface="Pretendard Bold"/>
              </a:rPr>
              <a:t>문제</a:t>
            </a:r>
            <a:r>
              <a:rPr lang="en-US" sz="2500" b="false" i="false" u="none" strike="noStrike">
                <a:solidFill>
                  <a:srgbClr val="000000"/>
                </a:solidFill>
                <a:latin typeface="Pretendard Bold"/>
              </a:rPr>
              <a:t> OR </a:t>
            </a:r>
            <a:r>
              <a:rPr lang="ko-KR" sz="2500" b="false" i="false" u="none" strike="noStrike">
                <a:solidFill>
                  <a:srgbClr val="000000"/>
                </a:solidFill>
                <a:ea typeface="Pretendard Bold"/>
              </a:rPr>
              <a:t>기회상황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4439900" y="7340600"/>
            <a:ext cx="3098800" cy="4445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99600"/>
              </a:lnSpc>
            </a:pPr>
            <a:r>
              <a:rPr lang="ko-KR" sz="2500" b="false" i="false" u="none" strike="noStrike">
                <a:solidFill>
                  <a:srgbClr val="000000"/>
                </a:solidFill>
                <a:ea typeface="Pretendard Bold"/>
              </a:rPr>
              <a:t>비교대상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0248900" y="8343900"/>
            <a:ext cx="3670300" cy="10668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이곳에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문제상황에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대한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간단한</a:t>
            </a:r>
          </a:p>
          <a:p>
            <a:pPr algn="ctr" lvl="0">
              <a:lnSpc>
                <a:spcPct val="116199"/>
              </a:lnSpc>
            </a:pP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설명을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두줄로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요약해서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간략하게</a:t>
            </a:r>
          </a:p>
          <a:p>
            <a:pPr algn="ctr" lvl="0">
              <a:lnSpc>
                <a:spcPct val="116199"/>
              </a:lnSpc>
            </a:pP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적어주세요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.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4147800" y="8343900"/>
            <a:ext cx="3670300" cy="10668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이곳에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비교대상에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대한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간단한</a:t>
            </a:r>
          </a:p>
          <a:p>
            <a:pPr algn="ctr" lvl="0">
              <a:lnSpc>
                <a:spcPct val="116199"/>
              </a:lnSpc>
            </a:pP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설명을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두줄로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요약해서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간략하게</a:t>
            </a:r>
          </a:p>
          <a:p>
            <a:pPr algn="ctr" lvl="0">
              <a:lnSpc>
                <a:spcPct val="116199"/>
              </a:lnSpc>
            </a:pP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적어주세요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.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EEE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-203200" y="2082800"/>
            <a:ext cx="18681700" cy="8382000"/>
          </a:xfrm>
          <a:prstGeom prst="rect">
            <a:avLst/>
          </a:prstGeom>
          <a:effectLst>
            <a:outerShdw dir="5400000" dist="0" blurRad="874437">
              <a:srgbClr val="000000">
                <a:alpha val="15000"/>
              </a:srgbClr>
            </a:outerShdw>
          </a:effectLst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482600" y="469900"/>
            <a:ext cx="17335500" cy="11430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482600" y="9817100"/>
            <a:ext cx="17335500" cy="254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2832100" y="660400"/>
            <a:ext cx="762000" cy="7620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469900" y="3606800"/>
            <a:ext cx="5473700" cy="34671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6413500" y="3606800"/>
            <a:ext cx="5473700" cy="34671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2331700" y="3606800"/>
            <a:ext cx="5473700" cy="34671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469900" y="3606800"/>
            <a:ext cx="5473700" cy="254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6413500" y="3606800"/>
            <a:ext cx="5473700" cy="254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2331700" y="3606800"/>
            <a:ext cx="5473700" cy="254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482600" y="7493000"/>
            <a:ext cx="5448300" cy="9525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6426200" y="7493000"/>
            <a:ext cx="5448300" cy="9525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12331700" y="7493000"/>
            <a:ext cx="5448300" cy="952500"/>
          </a:xfrm>
          <a:prstGeom prst="rect">
            <a:avLst/>
          </a:prstGeom>
        </p:spPr>
      </p:pic>
      <p:sp>
        <p:nvSpPr>
          <p:cNvPr name="TextBox 15" id="15"/>
          <p:cNvSpPr txBox="true"/>
          <p:nvPr/>
        </p:nvSpPr>
        <p:spPr>
          <a:xfrm rot="0">
            <a:off x="15519400" y="2832100"/>
            <a:ext cx="2324100" cy="3175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99600"/>
              </a:lnSpc>
            </a:pPr>
            <a:r>
              <a:rPr lang="en-US" sz="1800" b="false" i="false" u="none" strike="noStrike">
                <a:solidFill>
                  <a:srgbClr val="000000"/>
                </a:solidFill>
                <a:latin typeface="Pretendard Regular"/>
              </a:rPr>
              <a:t>100%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4300200" y="2819400"/>
            <a:ext cx="1143000" cy="3302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99600"/>
              </a:lnSpc>
            </a:pPr>
            <a:r>
              <a:rPr lang="en-US" sz="1900" b="false" i="false" u="none" strike="noStrike">
                <a:solidFill>
                  <a:srgbClr val="000000"/>
                </a:solidFill>
                <a:latin typeface="Pretendard SemiBold"/>
              </a:rPr>
              <a:t>|  </a:t>
            </a:r>
            <a:r>
              <a:rPr lang="ko-KR" sz="1900" b="false" i="false" u="none" strike="noStrike">
                <a:solidFill>
                  <a:srgbClr val="000000"/>
                </a:solidFill>
                <a:ea typeface="Pretendard SemiBold"/>
              </a:rPr>
              <a:t>기여도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5519400" y="2489200"/>
            <a:ext cx="2324100" cy="3175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99600"/>
              </a:lnSpc>
            </a:pPr>
            <a:r>
              <a:rPr lang="en-US" sz="1800" b="false" i="false" u="none" strike="noStrike">
                <a:solidFill>
                  <a:srgbClr val="000000"/>
                </a:solidFill>
                <a:latin typeface="Pretendard Regular"/>
              </a:rPr>
              <a:t>2080.00 - 2080.00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4300200" y="2476500"/>
            <a:ext cx="1130300" cy="3302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99600"/>
              </a:lnSpc>
            </a:pPr>
            <a:r>
              <a:rPr lang="en-US" sz="1900" b="false" i="false" u="none" strike="noStrike">
                <a:solidFill>
                  <a:srgbClr val="000000"/>
                </a:solidFill>
                <a:latin typeface="Pretendard SemiBold"/>
              </a:rPr>
              <a:t>|  </a:t>
            </a:r>
            <a:r>
              <a:rPr lang="ko-KR" sz="1900" b="false" i="false" u="none" strike="noStrike">
                <a:solidFill>
                  <a:srgbClr val="000000"/>
                </a:solidFill>
                <a:ea typeface="Pretendard SemiBold"/>
              </a:rPr>
              <a:t>제작기간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482600" y="2463800"/>
            <a:ext cx="12407900" cy="3937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24499"/>
              </a:lnSpc>
            </a:pPr>
            <a:r>
              <a:rPr lang="ko-KR" sz="2200" b="false" i="false" u="none" strike="noStrike">
                <a:solidFill>
                  <a:srgbClr val="000000"/>
                </a:solidFill>
                <a:ea typeface="Pretendard Medium"/>
              </a:rPr>
              <a:t>프로젝트에</a:t>
            </a:r>
            <a:r>
              <a:rPr lang="en-US" sz="22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Medium"/>
              </a:rPr>
              <a:t>대한</a:t>
            </a:r>
            <a:r>
              <a:rPr lang="en-US" sz="22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Medium"/>
              </a:rPr>
              <a:t>설명을</a:t>
            </a:r>
            <a:r>
              <a:rPr lang="en-US" sz="22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Medium"/>
              </a:rPr>
              <a:t>두</a:t>
            </a:r>
            <a:r>
              <a:rPr lang="en-US" sz="22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Medium"/>
              </a:rPr>
              <a:t>줄</a:t>
            </a:r>
            <a:r>
              <a:rPr lang="en-US" sz="22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Medium"/>
              </a:rPr>
              <a:t>이내로</a:t>
            </a:r>
            <a:r>
              <a:rPr lang="en-US" sz="22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Medium"/>
              </a:rPr>
              <a:t>간략하게</a:t>
            </a:r>
            <a:r>
              <a:rPr lang="en-US" sz="22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Medium"/>
              </a:rPr>
              <a:t>작성해</a:t>
            </a:r>
            <a:r>
              <a:rPr lang="en-US" sz="22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200" b="false" i="false" u="none" strike="noStrike">
                <a:solidFill>
                  <a:srgbClr val="000000"/>
                </a:solidFill>
                <a:ea typeface="Pretendard Medium"/>
              </a:rPr>
              <a:t>주세요</a:t>
            </a:r>
            <a:r>
              <a:rPr lang="en-US" sz="2200" b="false" i="false" u="none" strike="noStrike">
                <a:solidFill>
                  <a:srgbClr val="000000"/>
                </a:solidFill>
                <a:latin typeface="Pretendard Medium"/>
              </a:rPr>
              <a:t>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4160500" y="876300"/>
            <a:ext cx="3251200" cy="3556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r" lvl="0">
              <a:lnSpc>
                <a:spcPct val="99600"/>
              </a:lnSpc>
            </a:pPr>
            <a:r>
              <a:rPr lang="en-US" sz="2000" b="false" i="false" u="none" strike="noStrike">
                <a:solidFill>
                  <a:srgbClr val="FFFFFF"/>
                </a:solidFill>
                <a:latin typeface="Pretendard SemiBold"/>
              </a:rPr>
              <a:t>2080 Kim Mi-ri Portfolio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3822700" y="762000"/>
            <a:ext cx="7632700" cy="622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99600"/>
              </a:lnSpc>
            </a:pPr>
            <a:r>
              <a:rPr lang="ko-KR" sz="3500" b="false" i="false" u="none" strike="noStrike">
                <a:solidFill>
                  <a:srgbClr val="FFFFFF"/>
                </a:solidFill>
                <a:ea typeface="Pretendard Bold"/>
              </a:rPr>
              <a:t>가장</a:t>
            </a:r>
            <a:r>
              <a:rPr lang="en-US" sz="3500" b="false" i="false" u="none" strike="noStrike">
                <a:solidFill>
                  <a:srgbClr val="FFFFFF"/>
                </a:solidFill>
                <a:latin typeface="Pretendard Bold"/>
              </a:rPr>
              <a:t> </a:t>
            </a:r>
            <a:r>
              <a:rPr lang="ko-KR" sz="3500" b="false" i="false" u="none" strike="noStrike">
                <a:solidFill>
                  <a:srgbClr val="FFFFFF"/>
                </a:solidFill>
                <a:ea typeface="Pretendard Bold"/>
              </a:rPr>
              <a:t>의미</a:t>
            </a:r>
            <a:r>
              <a:rPr lang="en-US" sz="3500" b="false" i="false" u="none" strike="noStrike">
                <a:solidFill>
                  <a:srgbClr val="FFFFFF"/>
                </a:solidFill>
                <a:latin typeface="Pretendard Bold"/>
              </a:rPr>
              <a:t> </a:t>
            </a:r>
            <a:r>
              <a:rPr lang="ko-KR" sz="3500" b="false" i="false" u="none" strike="noStrike">
                <a:solidFill>
                  <a:srgbClr val="FFFFFF"/>
                </a:solidFill>
                <a:ea typeface="Pretendard Bold"/>
              </a:rPr>
              <a:t>있었던</a:t>
            </a:r>
            <a:r>
              <a:rPr lang="en-US" sz="3500" b="false" i="false" u="none" strike="noStrike">
                <a:solidFill>
                  <a:srgbClr val="FFFFFF"/>
                </a:solidFill>
                <a:latin typeface="Pretendard Bold"/>
              </a:rPr>
              <a:t> </a:t>
            </a:r>
            <a:r>
              <a:rPr lang="ko-KR" sz="3500" b="false" i="false" u="none" strike="noStrike">
                <a:solidFill>
                  <a:srgbClr val="FFFFFF"/>
                </a:solidFill>
                <a:ea typeface="Pretendard Bold"/>
              </a:rPr>
              <a:t>협업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2857500" y="863600"/>
            <a:ext cx="698500" cy="3937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99600"/>
              </a:lnSpc>
            </a:pPr>
            <a:r>
              <a:rPr lang="en-US" sz="2200" b="false" i="false" u="none" strike="noStrike">
                <a:solidFill>
                  <a:srgbClr val="FFFFFF"/>
                </a:solidFill>
                <a:latin typeface="Pretendard Bold"/>
              </a:rPr>
              <a:t>05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876300" y="711200"/>
            <a:ext cx="2057400" cy="7112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99600"/>
              </a:lnSpc>
            </a:pPr>
            <a:r>
              <a:rPr lang="en-US" sz="4000" b="false" i="false" u="none" strike="noStrike">
                <a:solidFill>
                  <a:srgbClr val="FFFFFF"/>
                </a:solidFill>
                <a:latin typeface="Pretendard SemiBold"/>
              </a:rPr>
              <a:t>Result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698500" y="7759700"/>
            <a:ext cx="5016500" cy="4445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99600"/>
              </a:lnSpc>
            </a:pPr>
            <a:r>
              <a:rPr lang="ko-KR" sz="2500" b="false" i="false" u="none" strike="noStrike">
                <a:solidFill>
                  <a:srgbClr val="000000"/>
                </a:solidFill>
                <a:ea typeface="Pretendard Bold"/>
              </a:rPr>
              <a:t>문제해결</a:t>
            </a:r>
            <a:r>
              <a:rPr lang="en-US" sz="2500" b="false" i="false" u="none" strike="noStrike">
                <a:solidFill>
                  <a:srgbClr val="000000"/>
                </a:solidFill>
                <a:latin typeface="Pretendard Bold"/>
              </a:rPr>
              <a:t> </a:t>
            </a:r>
            <a:r>
              <a:rPr lang="ko-KR" sz="2500" b="false" i="false" u="none" strike="noStrike">
                <a:solidFill>
                  <a:srgbClr val="000000"/>
                </a:solidFill>
                <a:ea typeface="Pretendard Bold"/>
              </a:rPr>
              <a:t>액션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482600" y="8648700"/>
            <a:ext cx="5511800" cy="7112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 indent="-342900" marL="342900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문제해결에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관련된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간단한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설명을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적어주세요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.</a:t>
            </a:r>
          </a:p>
          <a:p>
            <a:pPr algn="l" lvl="0" indent="-342900" marL="342900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위에는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관련된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이미지를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넣어주세요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.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6629400" y="7759700"/>
            <a:ext cx="5041900" cy="4445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99600"/>
              </a:lnSpc>
            </a:pPr>
            <a:r>
              <a:rPr lang="ko-KR" sz="2500" b="false" i="false" u="none" strike="noStrike">
                <a:solidFill>
                  <a:srgbClr val="000000"/>
                </a:solidFill>
                <a:ea typeface="Pretendard Bold"/>
              </a:rPr>
              <a:t>생산성</a:t>
            </a:r>
            <a:r>
              <a:rPr lang="en-US" sz="2500" b="false" i="false" u="none" strike="noStrike">
                <a:solidFill>
                  <a:srgbClr val="000000"/>
                </a:solidFill>
                <a:latin typeface="Pretendard Bold"/>
              </a:rPr>
              <a:t> </a:t>
            </a:r>
            <a:r>
              <a:rPr lang="ko-KR" sz="2500" b="false" i="false" u="none" strike="noStrike">
                <a:solidFill>
                  <a:srgbClr val="000000"/>
                </a:solidFill>
                <a:ea typeface="Pretendard Bold"/>
              </a:rPr>
              <a:t>증가</a:t>
            </a:r>
            <a:r>
              <a:rPr lang="en-US" sz="2500" b="false" i="false" u="none" strike="noStrike">
                <a:solidFill>
                  <a:srgbClr val="000000"/>
                </a:solidFill>
                <a:latin typeface="Pretendard Bold"/>
              </a:rPr>
              <a:t> </a:t>
            </a:r>
            <a:r>
              <a:rPr lang="ko-KR" sz="2500" b="false" i="false" u="none" strike="noStrike">
                <a:solidFill>
                  <a:srgbClr val="000000"/>
                </a:solidFill>
                <a:ea typeface="Pretendard Bold"/>
              </a:rPr>
              <a:t>액션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6413500" y="8648700"/>
            <a:ext cx="5511800" cy="7112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 indent="-342900" marL="342900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생산성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증가에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관련된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간단한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설명을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적어주세요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.</a:t>
            </a:r>
          </a:p>
          <a:p>
            <a:pPr algn="l" lvl="0" indent="-342900" marL="342900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위에는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관련된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이미지를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넣어주세요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.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2509500" y="7759700"/>
            <a:ext cx="5105400" cy="4445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99600"/>
              </a:lnSpc>
            </a:pPr>
            <a:r>
              <a:rPr lang="ko-KR" sz="2500" b="false" i="false" u="none" strike="noStrike">
                <a:solidFill>
                  <a:srgbClr val="000000"/>
                </a:solidFill>
                <a:ea typeface="Pretendard Bold"/>
              </a:rPr>
              <a:t>의사소통</a:t>
            </a:r>
            <a:r>
              <a:rPr lang="en-US" sz="2500" b="false" i="false" u="none" strike="noStrike">
                <a:solidFill>
                  <a:srgbClr val="000000"/>
                </a:solidFill>
                <a:latin typeface="Pretendard Bold"/>
              </a:rPr>
              <a:t> </a:t>
            </a:r>
            <a:r>
              <a:rPr lang="ko-KR" sz="2500" b="false" i="false" u="none" strike="noStrike">
                <a:solidFill>
                  <a:srgbClr val="000000"/>
                </a:solidFill>
                <a:ea typeface="Pretendard Bold"/>
              </a:rPr>
              <a:t>협상</a:t>
            </a:r>
            <a:r>
              <a:rPr lang="en-US" sz="2500" b="false" i="false" u="none" strike="noStrike">
                <a:solidFill>
                  <a:srgbClr val="000000"/>
                </a:solidFill>
                <a:latin typeface="Pretendard Bold"/>
              </a:rPr>
              <a:t> </a:t>
            </a:r>
            <a:r>
              <a:rPr lang="ko-KR" sz="2500" b="false" i="false" u="none" strike="noStrike">
                <a:solidFill>
                  <a:srgbClr val="000000"/>
                </a:solidFill>
                <a:ea typeface="Pretendard Bold"/>
              </a:rPr>
              <a:t>액션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2319000" y="8648700"/>
            <a:ext cx="5511800" cy="7112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 indent="-342900" marL="342900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의사소통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협상에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관련된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간단한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설명을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적어주세요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.</a:t>
            </a:r>
          </a:p>
          <a:p>
            <a:pPr algn="l" lvl="0" indent="-342900" marL="342900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위에는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관련된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이미지를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 </a:t>
            </a:r>
            <a:r>
              <a:rPr lang="ko-KR" sz="2000" b="false" i="false" u="none" strike="noStrike">
                <a:solidFill>
                  <a:srgbClr val="000000"/>
                </a:solidFill>
                <a:ea typeface="Pretendard Medium"/>
              </a:rPr>
              <a:t>넣어주세요</a:t>
            </a:r>
            <a:r>
              <a:rPr lang="en-US" sz="2000" b="false" i="false" u="none" strike="noStrike">
                <a:solidFill>
                  <a:srgbClr val="000000"/>
                </a:solidFill>
                <a:latin typeface="Pretendard Medium"/>
              </a:rPr>
              <a:t>.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EEE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17500" y="2603500"/>
            <a:ext cx="17653000" cy="35560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99600"/>
              </a:lnSpc>
            </a:pPr>
            <a:r>
              <a:rPr lang="en-US" sz="20000" b="false" i="false" u="none" strike="noStrike">
                <a:solidFill>
                  <a:srgbClr val="000000">
                    <a:alpha val="20000"/>
                  </a:srgbClr>
                </a:solidFill>
                <a:latin typeface="Pretendard ExtraBold"/>
              </a:rPr>
              <a:t>THANK YOU</a:t>
            </a:r>
          </a:p>
        </p:txBody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-203200" y="5143500"/>
            <a:ext cx="18681700" cy="52959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482600" y="469900"/>
            <a:ext cx="17335500" cy="11430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3060700" y="9296400"/>
            <a:ext cx="12166600" cy="533400"/>
          </a:xfrm>
          <a:prstGeom prst="rect">
            <a:avLst/>
          </a:prstGeom>
        </p:spPr>
      </p:pic>
      <p:sp>
        <p:nvSpPr>
          <p:cNvPr name="TextBox 6" id="6"/>
          <p:cNvSpPr txBox="true"/>
          <p:nvPr/>
        </p:nvSpPr>
        <p:spPr>
          <a:xfrm rot="0">
            <a:off x="889000" y="876300"/>
            <a:ext cx="16510000" cy="3556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99600"/>
              </a:lnSpc>
            </a:pPr>
            <a:r>
              <a:rPr lang="en-US" sz="2000" b="false" i="false" u="none" strike="noStrike">
                <a:solidFill>
                  <a:srgbClr val="FFFFFF"/>
                </a:solidFill>
                <a:latin typeface="Pretendard SemiBold"/>
              </a:rPr>
              <a:t>2080 Kim Mi-ri Portfolio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3289300" y="9385300"/>
            <a:ext cx="11709400" cy="3810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99600"/>
              </a:lnSpc>
            </a:pPr>
            <a:r>
              <a:rPr lang="en-US" sz="2100" b="true" i="false" u="none" strike="noStrike">
                <a:solidFill>
                  <a:srgbClr val="FFFFFF"/>
                </a:solidFill>
                <a:latin typeface="Pretendard Medium"/>
              </a:rPr>
              <a:t>M.</a:t>
            </a:r>
            <a:r>
              <a:rPr lang="en-US" sz="2100" b="false" i="false" u="none" strike="noStrike">
                <a:solidFill>
                  <a:srgbClr val="FFFFFF"/>
                </a:solidFill>
                <a:latin typeface="Pretendard Medium"/>
              </a:rPr>
              <a:t> 010-1234-5678      |      </a:t>
            </a:r>
            <a:r>
              <a:rPr lang="en-US" sz="2100" b="true" i="false" u="none" strike="noStrike">
                <a:solidFill>
                  <a:srgbClr val="FFFFFF"/>
                </a:solidFill>
                <a:latin typeface="Pretendard Medium"/>
              </a:rPr>
              <a:t>E.</a:t>
            </a:r>
            <a:r>
              <a:rPr lang="en-US" sz="2100" b="false" i="false" u="none" strike="noStrike">
                <a:solidFill>
                  <a:srgbClr val="FFFFFF"/>
                </a:solidFill>
                <a:latin typeface="Pretendard Medium"/>
              </a:rPr>
              <a:t> mirikim@miricompany.com      |      </a:t>
            </a:r>
            <a:r>
              <a:rPr lang="en-US" sz="2100" b="true" i="false" u="none" strike="noStrike">
                <a:solidFill>
                  <a:srgbClr val="FFFFFF"/>
                </a:solidFill>
                <a:latin typeface="Pretendard Medium"/>
              </a:rPr>
              <a:t>W.</a:t>
            </a:r>
            <a:r>
              <a:rPr lang="en-US" sz="2100" b="false" i="false" u="none" strike="noStrike">
                <a:solidFill>
                  <a:srgbClr val="FFFFFF"/>
                </a:solidFill>
                <a:latin typeface="Pretendard Medium"/>
              </a:rPr>
              <a:t> www.kimmiri-site.co.kr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981200" y="6819900"/>
            <a:ext cx="14338300" cy="4445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99600"/>
              </a:lnSpc>
            </a:pPr>
            <a:r>
              <a:rPr lang="ko-KR" sz="2500" b="false" i="false" u="none" strike="noStrike">
                <a:solidFill>
                  <a:srgbClr val="000000">
                    <a:alpha val="40000"/>
                  </a:srgbClr>
                </a:solidFill>
                <a:ea typeface="Pretendard SemiBold"/>
              </a:rPr>
              <a:t>끝까지</a:t>
            </a:r>
            <a:r>
              <a:rPr lang="en-US" sz="2500" b="false" i="false" u="none" strike="noStrike">
                <a:solidFill>
                  <a:srgbClr val="000000">
                    <a:alpha val="40000"/>
                  </a:srgbClr>
                </a:solidFill>
                <a:latin typeface="Pretendard SemiBold"/>
              </a:rPr>
              <a:t> </a:t>
            </a:r>
            <a:r>
              <a:rPr lang="ko-KR" sz="2500" b="false" i="false" u="none" strike="noStrike">
                <a:solidFill>
                  <a:srgbClr val="000000">
                    <a:alpha val="40000"/>
                  </a:srgbClr>
                </a:solidFill>
                <a:ea typeface="Pretendard SemiBold"/>
              </a:rPr>
              <a:t>검토해</a:t>
            </a:r>
            <a:r>
              <a:rPr lang="en-US" sz="2500" b="false" i="false" u="none" strike="noStrike">
                <a:solidFill>
                  <a:srgbClr val="000000">
                    <a:alpha val="40000"/>
                  </a:srgbClr>
                </a:solidFill>
                <a:latin typeface="Pretendard SemiBold"/>
              </a:rPr>
              <a:t> </a:t>
            </a:r>
            <a:r>
              <a:rPr lang="ko-KR" sz="2500" b="false" i="false" u="none" strike="noStrike">
                <a:solidFill>
                  <a:srgbClr val="000000">
                    <a:alpha val="40000"/>
                  </a:srgbClr>
                </a:solidFill>
                <a:ea typeface="Pretendard SemiBold"/>
              </a:rPr>
              <a:t>주셔서</a:t>
            </a:r>
            <a:r>
              <a:rPr lang="en-US" sz="2500" b="false" i="false" u="none" strike="noStrike">
                <a:solidFill>
                  <a:srgbClr val="000000">
                    <a:alpha val="40000"/>
                  </a:srgbClr>
                </a:solidFill>
                <a:latin typeface="Pretendard SemiBold"/>
              </a:rPr>
              <a:t> </a:t>
            </a:r>
            <a:r>
              <a:rPr lang="ko-KR" sz="2500" b="false" i="false" u="none" strike="noStrike">
                <a:solidFill>
                  <a:srgbClr val="000000">
                    <a:alpha val="40000"/>
                  </a:srgbClr>
                </a:solidFill>
                <a:ea typeface="Pretendard SemiBold"/>
              </a:rPr>
              <a:t>감사합니다</a:t>
            </a:r>
            <a:r>
              <a:rPr lang="en-US" sz="2500" b="false" i="false" u="none" strike="noStrike">
                <a:solidFill>
                  <a:srgbClr val="000000">
                    <a:alpha val="40000"/>
                  </a:srgbClr>
                </a:solidFill>
                <a:latin typeface="Pretendard SemiBold"/>
              </a:rPr>
              <a:t>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4178300" y="5232400"/>
            <a:ext cx="9918700" cy="16891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99600"/>
              </a:lnSpc>
            </a:pPr>
            <a:r>
              <a:rPr lang="en-US" sz="9500" b="false" i="false" u="none" strike="noStrike" spc="400">
                <a:solidFill>
                  <a:srgbClr val="000000"/>
                </a:solidFill>
                <a:latin typeface="Pretendard Black"/>
              </a:rPr>
              <a:t>Kim M</a:t>
            </a:r>
            <a:r>
              <a:rPr lang="en-US" sz="9500" b="false" i="false" u="none" strike="noStrike" spc="400">
                <a:solidFill>
                  <a:srgbClr val="000000"/>
                </a:solidFill>
                <a:latin typeface="Pretendard Black"/>
              </a:rPr>
              <a:t>i-ri</a:t>
            </a:r>
          </a:p>
        </p:txBody>
      </p:sp>
    </p:spTree>
  </p:cSld>
  <p:clrMapOvr>
    <a:masterClrMapping/>
  </p:clrMapOvr>
</p:sld>
</file>

<file path=ppt/theme/theme1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한컴오피스">
  <a:themeElements>
    <a:clrScheme name="한컴오피스">
      <a:dk1>
        <a:sysClr val="windowText" lastClr="000000"/>
      </a:dk1>
      <a:lt1>
        <a:sysClr val="window" lastClr="ffffff"/>
      </a:lt1>
      <a:dk2>
        <a:srgbClr val="3a3c84"/>
      </a:dk2>
      <a:lt2>
        <a:srgbClr val="faf3db"/>
      </a:lt2>
      <a:accent1>
        <a:srgbClr val="6182d6"/>
      </a:accent1>
      <a:accent2>
        <a:srgbClr val="ff843a"/>
      </a:accent2>
      <a:accent3>
        <a:srgbClr val="b2b2b2"/>
      </a:accent3>
      <a:accent4>
        <a:srgbClr val="ffd700"/>
      </a:accent4>
      <a:accent5>
        <a:srgbClr val="289b6e"/>
      </a:accent5>
      <a:accent6>
        <a:srgbClr val="9d5cbb"/>
      </a:accent6>
      <a:hlink>
        <a:srgbClr val="0000ff"/>
      </a:hlink>
      <a:folHlink>
        <a:srgbClr val="800080"/>
      </a:folHlink>
    </a:clrScheme>
    <a:fontScheme name="한컴오피스">
      <a:maj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한컴오피스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satMod val="105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reflection blurRad="12700" stA="26000" endPos="28000" dist="38100" dir="5400000" sy="-100000" rotWithShape="0"/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ep:Properties xmlns:r="http://schemas.openxmlformats.org/officeDocument/2006/relationships" xmlns:ep="http://schemas.openxmlformats.org/officeDocument/2006/extended-properties" xmlns:vt="http://schemas.openxmlformats.org/officeDocument/2006/docPropsVTypes">
  <ep:Manager/>
  <ep:Company/>
  <ep:Words>0</ep:Words>
  <ep:PresentationFormat>On-screen Show (4:3)</ep:PresentationFormat>
  <ep:Paragraphs>0</ep:Paragraphs>
  <ep:Slides>14</ep:Slides>
  <ep:Notes>1</ep:Notes>
  <ep:TotalTime>0</ep:TotalTime>
  <ep:HiddenSlides>0</ep:HiddenSlides>
  <ep:MMClips>0</ep:MMClips>
  <ep: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14</vt:i4>
      </vt:variant>
    </vt:vector>
  </ep:HeadingPairs>
  <ep:TitlesOfParts>
    <vt:vector size="15" baseType="lpstr">
      <vt:lpstr>Office Theme</vt:lpstr>
      <vt:lpstr>슬라이드 1</vt:lpstr>
      <vt:lpstr>슬라이드 2</vt:lpstr>
      <vt:lpstr>슬라이드 3</vt:lpstr>
      <vt:lpstr>슬라이드 4</vt:lpstr>
      <vt:lpstr>슬라이드 5</vt:lpstr>
      <vt:lpstr>슬라이드 6</vt:lpstr>
      <vt:lpstr>슬라이드 7</vt:lpstr>
      <vt:lpstr>슬라이드 8</vt:lpstr>
      <vt:lpstr>슬라이드 9</vt:lpstr>
      <vt:lpstr>슬라이드 10</vt:lpstr>
      <vt:lpstr>슬라이드 11</vt:lpstr>
      <vt:lpstr>슬라이드 12</vt:lpstr>
      <vt:lpstr>슬라이드 13</vt:lpstr>
      <vt:lpstr>슬라이드 14</vt:lpstr>
    </vt:vector>
  </ep:TitlesOfParts>
  <ep:HyperlinkBase/>
  <ep:Application>Show</ep:Application>
  <ep:AppVersion>12.0000</ep:AppVersion>
</ep:Properties>
</file>

<file path=docProps/core.xml><?xml version="1.0" encoding="utf-8"?>
<cp:coreProperties xmlns:r="http://schemas.openxmlformats.org/officeDocument/2006/relationships"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2006-08-16T00:00:00.000</dcterms:created>
  <cp:lastModifiedBy>Dove</cp:lastModifiedBy>
  <dcterms:modified xsi:type="dcterms:W3CDTF">2026-01-31T13:13:56.672</dcterms:modified>
  <cp:revision>6</cp:revision>
  <cp:version/>
</cp:coreProperties>
</file>

<file path=docProps/custom.xml><?xml version="1.0" encoding="utf-8"?>
<cfp:Properties xmlns:r="http://schemas.openxmlformats.org/officeDocument/2006/relationships" xmlns:cfp="http://schemas.openxmlformats.org/officeDocument/2006/custom-properties" xmlns:vt="http://schemas.openxmlformats.org/officeDocument/2006/docPropsVTypes"/>
</file>