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65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0" d="100"/>
          <a:sy n="100" d="100"/>
        </p:scale>
        <p:origin x="-1092" y="-90"/>
      </p:cViewPr>
      <p:guideLst>
        <p:guide orient="horz" pos="2157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presProps" Target="presProps.xml"  /><Relationship Id="rId18" Type="http://schemas.openxmlformats.org/officeDocument/2006/relationships/viewProps" Target="viewProps.xml"  /><Relationship Id="rId19" Type="http://schemas.openxmlformats.org/officeDocument/2006/relationships/theme" Target="theme/theme1.xml"  /><Relationship Id="rId2" Type="http://schemas.openxmlformats.org/officeDocument/2006/relationships/notesMaster" Target="notesMasters/notesMaster1.xml"  /><Relationship Id="rId20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2026-02-09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2</a:t>
            </a:fld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10" Type="http://schemas.openxmlformats.org/officeDocument/2006/relationships/image" Target="../media/image11.png"  /><Relationship Id="rId11" Type="http://schemas.openxmlformats.org/officeDocument/2006/relationships/image" Target="../media/image11.png"  /><Relationship Id="rId12" Type="http://schemas.openxmlformats.org/officeDocument/2006/relationships/image" Target="../media/image12.png"  /><Relationship Id="rId13" Type="http://schemas.openxmlformats.org/officeDocument/2006/relationships/image" Target="../media/image12.png"  /><Relationship Id="rId14" Type="http://schemas.openxmlformats.org/officeDocument/2006/relationships/image" Target="../media/image12.png"  /><Relationship Id="rId15" Type="http://schemas.openxmlformats.org/officeDocument/2006/relationships/image" Target="../media/image13.jpeg"  /><Relationship Id="rId2" Type="http://schemas.openxmlformats.org/officeDocument/2006/relationships/slideLayout" Target="../slideLayouts/slideLayout7.xml"  /><Relationship Id="rId3" Type="http://schemas.openxmlformats.org/officeDocument/2006/relationships/image" Target="../media/image5.png"  /><Relationship Id="rId4" Type="http://schemas.openxmlformats.org/officeDocument/2006/relationships/image" Target="../media/image6.png"  /><Relationship Id="rId5" Type="http://schemas.openxmlformats.org/officeDocument/2006/relationships/image" Target="../media/image7.png"  /><Relationship Id="rId6" Type="http://schemas.openxmlformats.org/officeDocument/2006/relationships/image" Target="../media/image8.png"  /><Relationship Id="rId7" Type="http://schemas.openxmlformats.org/officeDocument/2006/relationships/image" Target="../media/image6.png"  /><Relationship Id="rId8" Type="http://schemas.openxmlformats.org/officeDocument/2006/relationships/image" Target="../media/image9.png"  /><Relationship Id="rId9" Type="http://schemas.openxmlformats.org/officeDocument/2006/relationships/image" Target="../media/image10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10" Type="http://schemas.openxmlformats.org/officeDocument/2006/relationships/image" Target="../media/image18.png"  /><Relationship Id="rId11" Type="http://schemas.openxmlformats.org/officeDocument/2006/relationships/image" Target="../media/image16.png"  /><Relationship Id="rId12" Type="http://schemas.openxmlformats.org/officeDocument/2006/relationships/image" Target="../media/image18.png"  /><Relationship Id="rId13" Type="http://schemas.openxmlformats.org/officeDocument/2006/relationships/image" Target="../media/image16.png"  /><Relationship Id="rId14" Type="http://schemas.openxmlformats.org/officeDocument/2006/relationships/image" Target="../media/image18.png"  /><Relationship Id="rId15" Type="http://schemas.openxmlformats.org/officeDocument/2006/relationships/image" Target="../media/image16.png"  /><Relationship Id="rId16" Type="http://schemas.openxmlformats.org/officeDocument/2006/relationships/image" Target="../media/image18.png"  /><Relationship Id="rId2" Type="http://schemas.openxmlformats.org/officeDocument/2006/relationships/image" Target="../media/image14.png"  /><Relationship Id="rId3" Type="http://schemas.openxmlformats.org/officeDocument/2006/relationships/image" Target="../media/image15.png"  /><Relationship Id="rId4" Type="http://schemas.openxmlformats.org/officeDocument/2006/relationships/image" Target="../media/image15.png"  /><Relationship Id="rId5" Type="http://schemas.openxmlformats.org/officeDocument/2006/relationships/image" Target="../media/image15.png"  /><Relationship Id="rId6" Type="http://schemas.openxmlformats.org/officeDocument/2006/relationships/image" Target="../media/image15.png"  /><Relationship Id="rId7" Type="http://schemas.openxmlformats.org/officeDocument/2006/relationships/image" Target="../media/image16.png"  /><Relationship Id="rId8" Type="http://schemas.openxmlformats.org/officeDocument/2006/relationships/image" Target="../media/image17.png"  /><Relationship Id="rId9" Type="http://schemas.openxmlformats.org/officeDocument/2006/relationships/image" Target="../media/image16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9.png"  /><Relationship Id="rId3" Type="http://schemas.openxmlformats.org/officeDocument/2006/relationships/image" Target="../media/image20.png"  /><Relationship Id="rId4" Type="http://schemas.openxmlformats.org/officeDocument/2006/relationships/image" Target="../media/image21.png"  /><Relationship Id="rId5" Type="http://schemas.openxmlformats.org/officeDocument/2006/relationships/image" Target="../media/image22.png"  /><Relationship Id="rId6" Type="http://schemas.openxmlformats.org/officeDocument/2006/relationships/image" Target="../media/image23.png"  /><Relationship Id="rId7" Type="http://schemas.openxmlformats.org/officeDocument/2006/relationships/image" Target="../media/image23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4.png"  /><Relationship Id="rId3" Type="http://schemas.openxmlformats.org/officeDocument/2006/relationships/image" Target="../media/image25.png"  /><Relationship Id="rId4" Type="http://schemas.openxmlformats.org/officeDocument/2006/relationships/image" Target="../media/image26.png"  /><Relationship Id="rId5" Type="http://schemas.openxmlformats.org/officeDocument/2006/relationships/image" Target="../media/image27.png"  /><Relationship Id="rId6" Type="http://schemas.openxmlformats.org/officeDocument/2006/relationships/image" Target="../media/image28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4.png"  /><Relationship Id="rId3" Type="http://schemas.openxmlformats.org/officeDocument/2006/relationships/image" Target="../media/image25.png"  /><Relationship Id="rId4" Type="http://schemas.openxmlformats.org/officeDocument/2006/relationships/image" Target="../media/image26.png"  /><Relationship Id="rId5" Type="http://schemas.openxmlformats.org/officeDocument/2006/relationships/image" Target="../media/image27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9.png"  /><Relationship Id="rId3" Type="http://schemas.openxmlformats.org/officeDocument/2006/relationships/image" Target="../media/image30.png"  /><Relationship Id="rId4" Type="http://schemas.openxmlformats.org/officeDocument/2006/relationships/image" Target="../media/image31.png"  /><Relationship Id="rId5" Type="http://schemas.openxmlformats.org/officeDocument/2006/relationships/image" Target="../media/image32.png"  /><Relationship Id="rId6" Type="http://schemas.openxmlformats.org/officeDocument/2006/relationships/image" Target="../media/image33.png"  /><Relationship Id="rId7" Type="http://schemas.openxmlformats.org/officeDocument/2006/relationships/image" Target="../media/image34.png"  /><Relationship Id="rId8" Type="http://schemas.openxmlformats.org/officeDocument/2006/relationships/image" Target="../media/image35.png"  /><Relationship Id="rId9" Type="http://schemas.openxmlformats.org/officeDocument/2006/relationships/image" Target="../media/image36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10" Type="http://schemas.openxmlformats.org/officeDocument/2006/relationships/image" Target="../media/image41.png"  /><Relationship Id="rId11" Type="http://schemas.openxmlformats.org/officeDocument/2006/relationships/image" Target="../media/image42.png"  /><Relationship Id="rId12" Type="http://schemas.openxmlformats.org/officeDocument/2006/relationships/image" Target="../media/image43.png"  /><Relationship Id="rId13" Type="http://schemas.openxmlformats.org/officeDocument/2006/relationships/image" Target="../media/image44.png"  /><Relationship Id="rId14" Type="http://schemas.openxmlformats.org/officeDocument/2006/relationships/image" Target="../media/image45.png"  /><Relationship Id="rId15" Type="http://schemas.openxmlformats.org/officeDocument/2006/relationships/image" Target="../media/image46.png"  /><Relationship Id="rId2" Type="http://schemas.openxmlformats.org/officeDocument/2006/relationships/image" Target="../media/image29.png"  /><Relationship Id="rId3" Type="http://schemas.openxmlformats.org/officeDocument/2006/relationships/image" Target="../media/image37.png"  /><Relationship Id="rId4" Type="http://schemas.openxmlformats.org/officeDocument/2006/relationships/image" Target="../media/image30.png"  /><Relationship Id="rId5" Type="http://schemas.openxmlformats.org/officeDocument/2006/relationships/image" Target="../media/image31.png"  /><Relationship Id="rId6" Type="http://schemas.openxmlformats.org/officeDocument/2006/relationships/image" Target="../media/image38.png"  /><Relationship Id="rId7" Type="http://schemas.openxmlformats.org/officeDocument/2006/relationships/image" Target="../media/image32.png"  /><Relationship Id="rId8" Type="http://schemas.openxmlformats.org/officeDocument/2006/relationships/image" Target="../media/image39.png"  /><Relationship Id="rId9" Type="http://schemas.openxmlformats.org/officeDocument/2006/relationships/image" Target="../media/image40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10" Type="http://schemas.openxmlformats.org/officeDocument/2006/relationships/image" Target="../media/image50.png"  /><Relationship Id="rId11" Type="http://schemas.openxmlformats.org/officeDocument/2006/relationships/image" Target="../media/image51.png"  /><Relationship Id="rId12" Type="http://schemas.openxmlformats.org/officeDocument/2006/relationships/image" Target="../media/image52.png"  /><Relationship Id="rId2" Type="http://schemas.openxmlformats.org/officeDocument/2006/relationships/image" Target="../media/image29.png"  /><Relationship Id="rId3" Type="http://schemas.openxmlformats.org/officeDocument/2006/relationships/image" Target="../media/image30.png"  /><Relationship Id="rId4" Type="http://schemas.openxmlformats.org/officeDocument/2006/relationships/image" Target="../media/image31.png"  /><Relationship Id="rId5" Type="http://schemas.openxmlformats.org/officeDocument/2006/relationships/image" Target="../media/image47.png"  /><Relationship Id="rId6" Type="http://schemas.openxmlformats.org/officeDocument/2006/relationships/image" Target="../media/image38.png"  /><Relationship Id="rId7" Type="http://schemas.openxmlformats.org/officeDocument/2006/relationships/image" Target="../media/image32.png"  /><Relationship Id="rId8" Type="http://schemas.openxmlformats.org/officeDocument/2006/relationships/image" Target="../media/image48.png"  /><Relationship Id="rId9" Type="http://schemas.openxmlformats.org/officeDocument/2006/relationships/image" Target="../media/image49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10" Type="http://schemas.openxmlformats.org/officeDocument/2006/relationships/image" Target="../media/image57.png"  /><Relationship Id="rId11" Type="http://schemas.openxmlformats.org/officeDocument/2006/relationships/image" Target="../media/image58.png"  /><Relationship Id="rId12" Type="http://schemas.openxmlformats.org/officeDocument/2006/relationships/image" Target="../media/image59.png"  /><Relationship Id="rId13" Type="http://schemas.openxmlformats.org/officeDocument/2006/relationships/image" Target="../media/image35.png"  /><Relationship Id="rId2" Type="http://schemas.openxmlformats.org/officeDocument/2006/relationships/image" Target="../media/image29.png"  /><Relationship Id="rId3" Type="http://schemas.openxmlformats.org/officeDocument/2006/relationships/image" Target="../media/image30.png"  /><Relationship Id="rId4" Type="http://schemas.openxmlformats.org/officeDocument/2006/relationships/image" Target="../media/image31.png"  /><Relationship Id="rId5" Type="http://schemas.openxmlformats.org/officeDocument/2006/relationships/image" Target="../media/image53.png"  /><Relationship Id="rId6" Type="http://schemas.openxmlformats.org/officeDocument/2006/relationships/image" Target="../media/image54.png"  /><Relationship Id="rId7" Type="http://schemas.openxmlformats.org/officeDocument/2006/relationships/image" Target="../media/image55.png"  /><Relationship Id="rId8" Type="http://schemas.openxmlformats.org/officeDocument/2006/relationships/image" Target="../media/image56.png"  /><Relationship Id="rId9" Type="http://schemas.openxmlformats.org/officeDocument/2006/relationships/image" Target="../media/image32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10" Type="http://schemas.openxmlformats.org/officeDocument/2006/relationships/image" Target="../media/image64.png"  /><Relationship Id="rId11" Type="http://schemas.openxmlformats.org/officeDocument/2006/relationships/image" Target="../media/image65.png"  /><Relationship Id="rId12" Type="http://schemas.openxmlformats.org/officeDocument/2006/relationships/image" Target="../media/image66.png"  /><Relationship Id="rId13" Type="http://schemas.openxmlformats.org/officeDocument/2006/relationships/image" Target="../media/image67.png"  /><Relationship Id="rId14" Type="http://schemas.openxmlformats.org/officeDocument/2006/relationships/image" Target="../media/image68.png"  /><Relationship Id="rId15" Type="http://schemas.openxmlformats.org/officeDocument/2006/relationships/image" Target="../media/image69.png"  /><Relationship Id="rId16" Type="http://schemas.openxmlformats.org/officeDocument/2006/relationships/image" Target="../media/image70.png"  /><Relationship Id="rId17" Type="http://schemas.openxmlformats.org/officeDocument/2006/relationships/image" Target="../media/image71.png"  /><Relationship Id="rId18" Type="http://schemas.openxmlformats.org/officeDocument/2006/relationships/image" Target="../media/image72.png"  /><Relationship Id="rId19" Type="http://schemas.openxmlformats.org/officeDocument/2006/relationships/image" Target="../media/image73.png"  /><Relationship Id="rId2" Type="http://schemas.openxmlformats.org/officeDocument/2006/relationships/image" Target="../media/image29.png"  /><Relationship Id="rId3" Type="http://schemas.openxmlformats.org/officeDocument/2006/relationships/image" Target="../media/image30.png"  /><Relationship Id="rId4" Type="http://schemas.openxmlformats.org/officeDocument/2006/relationships/image" Target="../media/image31.png"  /><Relationship Id="rId5" Type="http://schemas.openxmlformats.org/officeDocument/2006/relationships/image" Target="../media/image32.png"  /><Relationship Id="rId6" Type="http://schemas.openxmlformats.org/officeDocument/2006/relationships/image" Target="../media/image60.png"  /><Relationship Id="rId7" Type="http://schemas.openxmlformats.org/officeDocument/2006/relationships/image" Target="../media/image61.png"  /><Relationship Id="rId8" Type="http://schemas.openxmlformats.org/officeDocument/2006/relationships/image" Target="../media/image62.png"  /><Relationship Id="rId9" Type="http://schemas.openxmlformats.org/officeDocument/2006/relationships/image" Target="../media/image63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10" Type="http://schemas.openxmlformats.org/officeDocument/2006/relationships/image" Target="../media/image77.png"  /><Relationship Id="rId11" Type="http://schemas.openxmlformats.org/officeDocument/2006/relationships/image" Target="../media/image78.png"  /><Relationship Id="rId12" Type="http://schemas.openxmlformats.org/officeDocument/2006/relationships/image" Target="../media/image79.png"  /><Relationship Id="rId2" Type="http://schemas.openxmlformats.org/officeDocument/2006/relationships/image" Target="../media/image29.png"  /><Relationship Id="rId3" Type="http://schemas.openxmlformats.org/officeDocument/2006/relationships/image" Target="../media/image30.png"  /><Relationship Id="rId4" Type="http://schemas.openxmlformats.org/officeDocument/2006/relationships/image" Target="../media/image31.png"  /><Relationship Id="rId5" Type="http://schemas.openxmlformats.org/officeDocument/2006/relationships/image" Target="../media/image32.png"  /><Relationship Id="rId6" Type="http://schemas.openxmlformats.org/officeDocument/2006/relationships/image" Target="../media/image74.png"  /><Relationship Id="rId7" Type="http://schemas.openxmlformats.org/officeDocument/2006/relationships/image" Target="../media/image48.png"  /><Relationship Id="rId8" Type="http://schemas.openxmlformats.org/officeDocument/2006/relationships/image" Target="../media/image75.png"  /><Relationship Id="rId9" Type="http://schemas.openxmlformats.org/officeDocument/2006/relationships/image" Target="../media/image76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10" Type="http://schemas.openxmlformats.org/officeDocument/2006/relationships/image" Target="../media/image83.png"  /><Relationship Id="rId2" Type="http://schemas.openxmlformats.org/officeDocument/2006/relationships/image" Target="../media/image29.png"  /><Relationship Id="rId3" Type="http://schemas.openxmlformats.org/officeDocument/2006/relationships/image" Target="../media/image30.png"  /><Relationship Id="rId4" Type="http://schemas.openxmlformats.org/officeDocument/2006/relationships/image" Target="../media/image32.png"  /><Relationship Id="rId5" Type="http://schemas.openxmlformats.org/officeDocument/2006/relationships/image" Target="../media/image31.png"  /><Relationship Id="rId6" Type="http://schemas.openxmlformats.org/officeDocument/2006/relationships/image" Target="../media/image80.png"  /><Relationship Id="rId7" Type="http://schemas.openxmlformats.org/officeDocument/2006/relationships/image" Target="../media/image81.png"  /><Relationship Id="rId8" Type="http://schemas.openxmlformats.org/officeDocument/2006/relationships/image" Target="../media/image82.png"  /><Relationship Id="rId9" Type="http://schemas.openxmlformats.org/officeDocument/2006/relationships/image" Target="../media/image48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84.png"  /><Relationship Id="rId3" Type="http://schemas.openxmlformats.org/officeDocument/2006/relationships/image" Target="../media/image30.png"  /><Relationship Id="rId4" Type="http://schemas.openxmlformats.org/officeDocument/2006/relationships/image" Target="../media/image85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2600" y="8636000"/>
            <a:ext cx="17335500" cy="254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82600" y="469900"/>
            <a:ext cx="17335500" cy="1143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317500" y="2641600"/>
            <a:ext cx="17653000" cy="35560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ctr">
              <a:lnSpc>
                <a:spcPct val="99600"/>
              </a:lnSpc>
              <a:defRPr/>
            </a:pPr>
            <a:r>
              <a:rPr lang="en-US" altLang="ko-KR" sz="20000" b="0" i="0" u="none" strike="noStrike">
                <a:solidFill>
                  <a:srgbClr val="000000">
                    <a:alpha val="20000"/>
                  </a:srgbClr>
                </a:solidFill>
                <a:latin typeface="Pretendard ExtraBold"/>
              </a:rPr>
              <a:t>Programmer</a:t>
            </a:r>
            <a:endParaRPr lang="en-US" altLang="ko-KR" sz="20000" b="0" i="0" u="none" strike="noStrike">
              <a:solidFill>
                <a:srgbClr val="000000">
                  <a:alpha val="20000"/>
                </a:srgbClr>
              </a:solidFill>
              <a:latin typeface="Pretendard ExtraBold"/>
            </a:endParaR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-203200" y="5130800"/>
            <a:ext cx="18681700" cy="5321300"/>
          </a:xfrm>
          <a:prstGeom prst="rect">
            <a:avLst/>
          </a:prstGeom>
          <a:effectLst>
            <a:outerShdw blurRad="352096" dir="5400000">
              <a:srgbClr val="000000">
                <a:alpha val="15000"/>
              </a:srgbClr>
            </a:outerShdw>
          </a:effectLst>
        </p:spPr>
      </p:pic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3060700" y="9296400"/>
            <a:ext cx="12166600" cy="5334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3289300" y="9385300"/>
            <a:ext cx="11709400" cy="3810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ctr">
              <a:lnSpc>
                <a:spcPct val="99600"/>
              </a:lnSpc>
              <a:defRPr/>
            </a:pPr>
            <a:r>
              <a:rPr lang="en-US" sz="2100" b="1" i="0" u="none" strike="noStrike">
                <a:solidFill>
                  <a:srgbClr val="ffffff"/>
                </a:solidFill>
                <a:latin typeface="Pretendard Medium"/>
              </a:rPr>
              <a:t>M.</a:t>
            </a:r>
            <a:r>
              <a:rPr lang="en-US" sz="2100" b="0" i="0" u="none" strike="noStrike">
                <a:solidFill>
                  <a:srgbClr val="ffffff"/>
                </a:solidFill>
                <a:latin typeface="Pretendard Medium"/>
              </a:rPr>
              <a:t> 010-</a:t>
            </a:r>
            <a:r>
              <a:rPr lang="en-US" altLang="ko-KR" sz="2100" b="0" i="0" u="none" strike="noStrike">
                <a:solidFill>
                  <a:srgbClr val="ffffff"/>
                </a:solidFill>
                <a:latin typeface="Pretendard Medium"/>
              </a:rPr>
              <a:t>4768-5892</a:t>
            </a:r>
            <a:r>
              <a:rPr lang="en-US" sz="2100" b="0" i="0" u="none" strike="noStrike">
                <a:solidFill>
                  <a:srgbClr val="ffffff"/>
                </a:solidFill>
                <a:latin typeface="Pretendard Medium"/>
              </a:rPr>
              <a:t>      |      </a:t>
            </a:r>
            <a:r>
              <a:rPr lang="en-US" sz="2100" b="1" i="0" u="none" strike="noStrike">
                <a:solidFill>
                  <a:srgbClr val="ffffff"/>
                </a:solidFill>
                <a:latin typeface="Pretendard Medium"/>
              </a:rPr>
              <a:t>E.</a:t>
            </a:r>
            <a:r>
              <a:rPr lang="en-US" sz="2100" b="0" i="0" u="none" strike="noStrike">
                <a:solidFill>
                  <a:srgbClr val="ffffff"/>
                </a:solidFill>
                <a:latin typeface="Pretendard Medium"/>
              </a:rPr>
              <a:t> </a:t>
            </a:r>
            <a:r>
              <a:rPr lang="en-US" altLang="ko-KR" sz="2100" b="0" i="0" u="none" strike="noStrike">
                <a:solidFill>
                  <a:srgbClr val="ffffff"/>
                </a:solidFill>
                <a:latin typeface="Pretendard Medium"/>
              </a:rPr>
              <a:t>kimhb532@gmail.com</a:t>
            </a:r>
            <a:r>
              <a:rPr lang="en-US" sz="2100" b="0" i="0" u="none" strike="noStrike">
                <a:solidFill>
                  <a:srgbClr val="ffffff"/>
                </a:solidFill>
                <a:latin typeface="Pretendard Medium"/>
              </a:rPr>
              <a:t>      |      </a:t>
            </a:r>
            <a:r>
              <a:rPr lang="en-US" sz="2100" b="1" i="0" u="none" strike="noStrike">
                <a:solidFill>
                  <a:srgbClr val="ffffff"/>
                </a:solidFill>
                <a:latin typeface="Pretendard Medium"/>
              </a:rPr>
              <a:t>W.</a:t>
            </a:r>
            <a:r>
              <a:rPr lang="en-US" sz="2100" b="0" i="0" u="none" strike="noStrike">
                <a:solidFill>
                  <a:srgbClr val="ffffff"/>
                </a:solidFill>
                <a:latin typeface="Pretendard Medium"/>
              </a:rPr>
              <a:t> </a:t>
            </a:r>
            <a:r>
              <a:rPr lang="en-US" altLang="ko-KR" sz="2100" b="0" i="0" u="none" strike="noStrike">
                <a:solidFill>
                  <a:srgbClr val="ffffff"/>
                </a:solidFill>
                <a:latin typeface="Pretendard Medium"/>
              </a:rPr>
              <a:t>-</a:t>
            </a:r>
            <a:endParaRPr lang="en-US" altLang="ko-KR" sz="2100" b="0" i="0" u="none" strike="noStrike">
              <a:solidFill>
                <a:srgbClr val="ffffff"/>
              </a:solidFill>
              <a:latin typeface="Pretendard Medium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981200" y="6819900"/>
            <a:ext cx="14338300" cy="4445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ctr">
              <a:lnSpc>
                <a:spcPct val="99600"/>
              </a:lnSpc>
              <a:defRPr/>
            </a:pPr>
            <a:r>
              <a:rPr lang="ko-KR" sz="2500" b="0" i="0" u="none" strike="noStrike">
                <a:solidFill>
                  <a:srgbClr val="000000">
                    <a:alpha val="40000"/>
                  </a:srgbClr>
                </a:solidFill>
                <a:ea typeface="Pretendard SemiBold"/>
              </a:rPr>
              <a:t>이곳에</a:t>
            </a:r>
            <a:r>
              <a:rPr lang="en-US" sz="2500" b="0" i="0" u="none" strike="noStrike">
                <a:solidFill>
                  <a:srgbClr val="000000">
                    <a:alpha val="40000"/>
                  </a:srgbClr>
                </a:solidFill>
                <a:latin typeface="Pretendard SemiBold"/>
              </a:rPr>
              <a:t> </a:t>
            </a:r>
            <a:r>
              <a:rPr lang="ko-KR" sz="2500" b="0" i="0" u="none" strike="noStrike">
                <a:solidFill>
                  <a:srgbClr val="000000">
                    <a:alpha val="40000"/>
                  </a:srgbClr>
                </a:solidFill>
                <a:ea typeface="Pretendard SemiBold"/>
              </a:rPr>
              <a:t>한줄</a:t>
            </a:r>
            <a:r>
              <a:rPr lang="en-US" sz="2500" b="0" i="0" u="none" strike="noStrike">
                <a:solidFill>
                  <a:srgbClr val="000000">
                    <a:alpha val="40000"/>
                  </a:srgbClr>
                </a:solidFill>
                <a:latin typeface="Pretendard SemiBold"/>
              </a:rPr>
              <a:t> </a:t>
            </a:r>
            <a:r>
              <a:rPr lang="ko-KR" sz="2500" b="0" i="0" u="none" strike="noStrike">
                <a:solidFill>
                  <a:srgbClr val="000000">
                    <a:alpha val="40000"/>
                  </a:srgbClr>
                </a:solidFill>
                <a:ea typeface="Pretendard SemiBold"/>
              </a:rPr>
              <a:t>소개를</a:t>
            </a:r>
            <a:r>
              <a:rPr lang="en-US" sz="2500" b="0" i="0" u="none" strike="noStrike">
                <a:solidFill>
                  <a:srgbClr val="000000">
                    <a:alpha val="40000"/>
                  </a:srgbClr>
                </a:solidFill>
                <a:latin typeface="Pretendard SemiBold"/>
              </a:rPr>
              <a:t> </a:t>
            </a:r>
            <a:r>
              <a:rPr lang="ko-KR" sz="2500" b="0" i="0" u="none" strike="noStrike">
                <a:solidFill>
                  <a:srgbClr val="000000">
                    <a:alpha val="40000"/>
                  </a:srgbClr>
                </a:solidFill>
                <a:ea typeface="Pretendard SemiBold"/>
              </a:rPr>
              <a:t>입력해주세요</a:t>
            </a:r>
            <a:r>
              <a:rPr lang="en-US" sz="2500" b="0" i="0" u="none" strike="noStrike">
                <a:solidFill>
                  <a:srgbClr val="000000">
                    <a:alpha val="40000"/>
                  </a:srgbClr>
                </a:solidFill>
                <a:latin typeface="Pretendard SemiBold"/>
              </a:rPr>
              <a:t>.</a:t>
            </a:r>
            <a:endParaRPr lang="en-US" sz="2500" b="0" i="0" u="none" strike="noStrike">
              <a:solidFill>
                <a:srgbClr val="000000">
                  <a:alpha val="40000"/>
                </a:srgbClr>
              </a:solidFill>
              <a:latin typeface="Pretendard Semi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178300" y="5232400"/>
            <a:ext cx="9918700" cy="16891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ctr">
              <a:lnSpc>
                <a:spcPct val="99600"/>
              </a:lnSpc>
              <a:defRPr/>
            </a:pPr>
            <a:r>
              <a:rPr lang="en-US" sz="9500" b="0" i="0" u="none" strike="noStrike" spc="400">
                <a:solidFill>
                  <a:srgbClr val="000000"/>
                </a:solidFill>
                <a:latin typeface="Pretendard Black"/>
              </a:rPr>
              <a:t>Kim</a:t>
            </a:r>
            <a:r>
              <a:rPr lang="ko-KR" altLang="en-US" sz="9500" b="0" i="0" u="none" strike="noStrike" spc="400">
                <a:solidFill>
                  <a:srgbClr val="000000"/>
                </a:solidFill>
                <a:latin typeface="Pretendard Black"/>
              </a:rPr>
              <a:t> </a:t>
            </a:r>
            <a:r>
              <a:rPr lang="en-US" altLang="ko-KR" sz="9500" b="0" i="0" u="none" strike="noStrike" spc="400">
                <a:solidFill>
                  <a:srgbClr val="000000"/>
                </a:solidFill>
                <a:latin typeface="Pretendard Black"/>
              </a:rPr>
              <a:t>HongBeom</a:t>
            </a:r>
            <a:endParaRPr lang="en-US" altLang="ko-KR" sz="9500" b="0" i="0" u="none" strike="noStrike" spc="400">
              <a:solidFill>
                <a:srgbClr val="000000"/>
              </a:solidFill>
              <a:latin typeface="Pretendard Black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89000" y="876300"/>
            <a:ext cx="16510000" cy="3556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ctr">
              <a:lnSpc>
                <a:spcPct val="99600"/>
              </a:lnSpc>
              <a:defRPr/>
            </a:pPr>
            <a:r>
              <a:rPr lang="en-US" sz="2000" b="0" i="0" u="none" strike="noStrike">
                <a:solidFill>
                  <a:srgbClr val="ffffff"/>
                </a:solidFill>
                <a:latin typeface="Pretendard SemiBold"/>
              </a:rPr>
              <a:t>20</a:t>
            </a:r>
            <a:r>
              <a:rPr lang="en-US" altLang="ko-KR" sz="2000" b="0" i="0" u="none" strike="noStrike">
                <a:solidFill>
                  <a:srgbClr val="ffffff"/>
                </a:solidFill>
                <a:latin typeface="Pretendard SemiBold"/>
              </a:rPr>
              <a:t>26</a:t>
            </a:r>
            <a:r>
              <a:rPr lang="en-US" sz="2000" b="0" i="0" u="none" strike="noStrike">
                <a:solidFill>
                  <a:srgbClr val="ffffff"/>
                </a:solidFill>
                <a:latin typeface="Pretendard SemiBold"/>
              </a:rPr>
              <a:t> Kim </a:t>
            </a:r>
            <a:r>
              <a:rPr lang="en-US" altLang="ko-KR" sz="2000" b="0" i="0" u="none" strike="noStrike">
                <a:solidFill>
                  <a:srgbClr val="ffffff"/>
                </a:solidFill>
                <a:latin typeface="Pretendard SemiBold"/>
              </a:rPr>
              <a:t>HongBeom</a:t>
            </a:r>
            <a:r>
              <a:rPr lang="en-US" sz="2000" b="0" i="0" u="none" strike="noStrike">
                <a:solidFill>
                  <a:srgbClr val="ffffff"/>
                </a:solidFill>
                <a:latin typeface="Pretendard SemiBold"/>
              </a:rPr>
              <a:t> Portfolio</a:t>
            </a:r>
            <a:endParaRPr lang="en-US" sz="2000" b="0" i="0" u="none" strike="noStrike">
              <a:solidFill>
                <a:srgbClr val="ffffff"/>
              </a:solidFill>
              <a:latin typeface="Pretendard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-203200" y="2032000"/>
            <a:ext cx="18681700" cy="8432800"/>
          </a:xfrm>
          <a:prstGeom prst="rect">
            <a:avLst/>
          </a:prstGeom>
          <a:effectLst>
            <a:outerShdw blurRad="884403" dir="5400000">
              <a:srgbClr val="000000">
                <a:alpha val="15000"/>
              </a:srgbClr>
            </a:outerShdw>
          </a:effectLst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105400" y="4635500"/>
            <a:ext cx="12712700" cy="254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105400" y="7226300"/>
            <a:ext cx="12712700" cy="254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82600" y="9817100"/>
            <a:ext cx="17335500" cy="254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5105400" y="2476500"/>
            <a:ext cx="12712700" cy="25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482600" y="469900"/>
            <a:ext cx="17335500" cy="11430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8051800" y="8953500"/>
            <a:ext cx="1092200" cy="520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8051800" y="8267700"/>
            <a:ext cx="2235200" cy="520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8051800" y="7594600"/>
            <a:ext cx="1092200" cy="5207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10922000" y="8267700"/>
            <a:ext cx="1270000" cy="5334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10922000" y="7594600"/>
            <a:ext cx="1092200" cy="5334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10922000" y="8953500"/>
            <a:ext cx="1092200" cy="5334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 rot="0">
            <a:off x="2147483648" y="2147483648"/>
            <a:ext cx="2147483648" cy="2070404864"/>
            <a:chOff x="0" y="0"/>
            <a:chExt cx="914400" cy="914400"/>
          </a:xfrm>
        </p:grpSpPr>
      </p:grpSp>
      <p:grpSp>
        <p:nvGrpSpPr>
          <p:cNvPr id="20" name="Group 20"/>
          <p:cNvGrpSpPr/>
          <p:nvPr/>
        </p:nvGrpSpPr>
        <p:grpSpPr>
          <a:xfrm rot="0">
            <a:off x="2147483648" y="2147483648"/>
            <a:ext cx="2147483648" cy="2070404864"/>
            <a:chOff x="0" y="0"/>
            <a:chExt cx="914400" cy="914400"/>
          </a:xfrm>
        </p:grpSpPr>
      </p:grpSp>
      <p:grpSp>
        <p:nvGrpSpPr>
          <p:cNvPr id="26" name="Group 26"/>
          <p:cNvGrpSpPr/>
          <p:nvPr/>
        </p:nvGrpSpPr>
        <p:grpSpPr>
          <a:xfrm rot="0">
            <a:off x="2147483648" y="2147483648"/>
            <a:ext cx="2147483648" cy="2070404864"/>
            <a:chOff x="0" y="0"/>
            <a:chExt cx="914400" cy="914400"/>
          </a:xfrm>
        </p:grpSpPr>
      </p:grpSp>
      <p:grpSp>
        <p:nvGrpSpPr>
          <p:cNvPr id="32" name="Group 32"/>
          <p:cNvGrpSpPr/>
          <p:nvPr/>
        </p:nvGrpSpPr>
        <p:grpSpPr>
          <a:xfrm rot="0">
            <a:off x="2147483648" y="2147483648"/>
            <a:ext cx="2147483648" cy="2070404864"/>
            <a:chOff x="0" y="0"/>
            <a:chExt cx="914400" cy="914400"/>
          </a:xfrm>
        </p:grpSpPr>
      </p:grpSp>
      <p:grpSp>
        <p:nvGrpSpPr>
          <p:cNvPr id="38" name="Group 38"/>
          <p:cNvGrpSpPr/>
          <p:nvPr/>
        </p:nvGrpSpPr>
        <p:grpSpPr>
          <a:xfrm rot="0">
            <a:off x="2147483648" y="2147483648"/>
            <a:ext cx="2147483648" cy="2070404864"/>
            <a:chOff x="0" y="0"/>
            <a:chExt cx="914400" cy="914400"/>
          </a:xfrm>
        </p:grpSpPr>
      </p:grpSp>
      <p:grpSp>
        <p:nvGrpSpPr>
          <p:cNvPr id="44" name="Group 44"/>
          <p:cNvGrpSpPr/>
          <p:nvPr/>
        </p:nvGrpSpPr>
        <p:grpSpPr>
          <a:xfrm rot="0">
            <a:off x="2147483648" y="2147483648"/>
            <a:ext cx="2147483648" cy="2070404864"/>
            <a:chOff x="0" y="0"/>
            <a:chExt cx="914400" cy="914400"/>
          </a:xfrm>
        </p:grpSpPr>
      </p:grpSp>
      <p:sp>
        <p:nvSpPr>
          <p:cNvPr id="51" name="TextBox 51"/>
          <p:cNvSpPr txBox="1"/>
          <p:nvPr/>
        </p:nvSpPr>
        <p:spPr>
          <a:xfrm>
            <a:off x="10960100" y="9029700"/>
            <a:ext cx="1016000" cy="3937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ctr">
              <a:lnSpc>
                <a:spcPct val="99600"/>
              </a:lnSpc>
              <a:defRPr/>
            </a:pPr>
            <a:r>
              <a:rPr lang="en-US" sz="2200" b="0" i="0" u="none" strike="noStrike" spc="-100">
                <a:solidFill>
                  <a:srgbClr val="000000"/>
                </a:solidFill>
                <a:latin typeface="Pretendard SemiBold"/>
              </a:rPr>
              <a:t>Pr</a:t>
            </a:r>
            <a:endParaRPr lang="en-US" sz="2200" b="0" i="0" u="none" strike="noStrike" spc="-100">
              <a:solidFill>
                <a:srgbClr val="000000"/>
              </a:solidFill>
              <a:latin typeface="Pretendard SemiBold"/>
            </a:endParaRPr>
          </a:p>
        </p:txBody>
      </p:sp>
      <p:sp>
        <p:nvSpPr>
          <p:cNvPr id="52" name="TextBox 52"/>
          <p:cNvSpPr txBox="1"/>
          <p:nvPr/>
        </p:nvSpPr>
        <p:spPr>
          <a:xfrm>
            <a:off x="8102600" y="9029700"/>
            <a:ext cx="1003300" cy="3937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ctr">
              <a:lnSpc>
                <a:spcPct val="99600"/>
              </a:lnSpc>
              <a:defRPr/>
            </a:pPr>
            <a:endParaRPr lang="en-US" sz="2200" b="0" i="0" u="none" strike="noStrike" spc="-100">
              <a:solidFill>
                <a:srgbClr val="000000"/>
              </a:solidFill>
              <a:latin typeface="Pretendard SemiBold"/>
            </a:endParaRPr>
          </a:p>
        </p:txBody>
      </p:sp>
      <p:sp>
        <p:nvSpPr>
          <p:cNvPr id="53" name="TextBox 53"/>
          <p:cNvSpPr txBox="1"/>
          <p:nvPr/>
        </p:nvSpPr>
        <p:spPr>
          <a:xfrm>
            <a:off x="10922000" y="8356600"/>
            <a:ext cx="1270000" cy="3937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ctr">
              <a:lnSpc>
                <a:spcPct val="99600"/>
              </a:lnSpc>
              <a:defRPr/>
            </a:pPr>
            <a:r>
              <a:rPr lang="en-US" altLang="ko-KR" sz="2200" b="0" i="0" u="none" strike="noStrike" spc="-100">
                <a:solidFill>
                  <a:srgbClr val="000000"/>
                </a:solidFill>
                <a:latin typeface="Pretendard SemiBold"/>
              </a:rPr>
              <a:t>ComfyUI</a:t>
            </a:r>
            <a:endParaRPr lang="en-US" altLang="ko-KR" sz="2200" b="0" i="0" u="none" strike="noStrike" spc="-100">
              <a:solidFill>
                <a:srgbClr val="000000"/>
              </a:solidFill>
              <a:latin typeface="Pretendard SemiBold"/>
            </a:endParaRPr>
          </a:p>
        </p:txBody>
      </p:sp>
      <p:sp>
        <p:nvSpPr>
          <p:cNvPr id="54" name="TextBox 54"/>
          <p:cNvSpPr txBox="1"/>
          <p:nvPr/>
        </p:nvSpPr>
        <p:spPr>
          <a:xfrm>
            <a:off x="8255000" y="8356600"/>
            <a:ext cx="1879600" cy="3937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ctr">
              <a:lnSpc>
                <a:spcPct val="99600"/>
              </a:lnSpc>
              <a:defRPr/>
            </a:pPr>
            <a:r>
              <a:rPr lang="en-US" altLang="ko-KR" sz="2200" b="0" i="0" u="none" strike="noStrike" spc="-100">
                <a:solidFill>
                  <a:srgbClr val="000000"/>
                </a:solidFill>
                <a:latin typeface="Pretendard SemiBold"/>
              </a:rPr>
              <a:t>StableDiffusion</a:t>
            </a:r>
            <a:endParaRPr lang="en-US" altLang="ko-KR" sz="2200" b="0" i="0" u="none" strike="noStrike" spc="-100">
              <a:solidFill>
                <a:srgbClr val="000000"/>
              </a:solidFill>
              <a:latin typeface="Pretendard SemiBold"/>
            </a:endParaRPr>
          </a:p>
        </p:txBody>
      </p:sp>
      <p:sp>
        <p:nvSpPr>
          <p:cNvPr id="55" name="TextBox 55"/>
          <p:cNvSpPr txBox="1"/>
          <p:nvPr/>
        </p:nvSpPr>
        <p:spPr>
          <a:xfrm>
            <a:off x="10922000" y="7670800"/>
            <a:ext cx="1079500" cy="3937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ctr">
              <a:lnSpc>
                <a:spcPct val="99600"/>
              </a:lnSpc>
              <a:defRPr/>
            </a:pPr>
            <a:r>
              <a:rPr lang="en-US" altLang="ko-KR" sz="2200" b="0" i="0" u="none" strike="noStrike" spc="-100">
                <a:solidFill>
                  <a:srgbClr val="000000"/>
                </a:solidFill>
                <a:latin typeface="Pretendard SemiBold"/>
              </a:rPr>
              <a:t>Unreal</a:t>
            </a:r>
            <a:endParaRPr lang="en-US" altLang="ko-KR" sz="2200" b="0" i="0" u="none" strike="noStrike" spc="-100">
              <a:solidFill>
                <a:srgbClr val="000000"/>
              </a:solidFill>
              <a:latin typeface="Pretendard SemiBold"/>
            </a:endParaRPr>
          </a:p>
        </p:txBody>
      </p:sp>
      <p:sp>
        <p:nvSpPr>
          <p:cNvPr id="56" name="TextBox 56"/>
          <p:cNvSpPr txBox="1"/>
          <p:nvPr/>
        </p:nvSpPr>
        <p:spPr>
          <a:xfrm>
            <a:off x="8064500" y="7670800"/>
            <a:ext cx="1079500" cy="3937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ctr">
              <a:lnSpc>
                <a:spcPct val="99600"/>
              </a:lnSpc>
              <a:defRPr/>
            </a:pPr>
            <a:r>
              <a:rPr lang="en-US" altLang="ko-KR" sz="2200" b="0" i="0" u="none" strike="noStrike" spc="-100">
                <a:solidFill>
                  <a:srgbClr val="000000"/>
                </a:solidFill>
                <a:latin typeface="Pretendard SemiBold"/>
              </a:rPr>
              <a:t>C/C++</a:t>
            </a:r>
            <a:endParaRPr lang="en-US" altLang="ko-KR" sz="2200" b="0" i="0" u="none" strike="noStrike" spc="-100">
              <a:solidFill>
                <a:srgbClr val="000000"/>
              </a:solidFill>
              <a:latin typeface="Pretendard SemiBold"/>
            </a:endParaRPr>
          </a:p>
        </p:txBody>
      </p:sp>
      <p:sp>
        <p:nvSpPr>
          <p:cNvPr id="57" name="TextBox 57"/>
          <p:cNvSpPr txBox="1"/>
          <p:nvPr/>
        </p:nvSpPr>
        <p:spPr>
          <a:xfrm>
            <a:off x="5092700" y="7429500"/>
            <a:ext cx="2946400" cy="4064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ko-KR" sz="2300" b="0" i="0" u="none" strike="noStrike">
                <a:solidFill>
                  <a:srgbClr val="000000"/>
                </a:solidFill>
                <a:ea typeface="Pretendard Bold"/>
              </a:rPr>
              <a:t>기술</a:t>
            </a:r>
            <a:r>
              <a:rPr lang="en-US" sz="2300" b="0" i="0" u="none" strike="noStrike">
                <a:solidFill>
                  <a:srgbClr val="000000"/>
                </a:solidFill>
                <a:latin typeface="Pretendard Bold"/>
              </a:rPr>
              <a:t>  Skill</a:t>
            </a:r>
            <a:endParaRPr lang="en-US" sz="2300" b="0" i="0" u="none" strike="noStrike">
              <a:solidFill>
                <a:srgbClr val="000000"/>
              </a:solidFill>
              <a:latin typeface="Pretendard Bold"/>
            </a:endParaRPr>
          </a:p>
        </p:txBody>
      </p:sp>
      <p:sp>
        <p:nvSpPr>
          <p:cNvPr id="64" name="TextBox 64"/>
          <p:cNvSpPr txBox="1"/>
          <p:nvPr/>
        </p:nvSpPr>
        <p:spPr>
          <a:xfrm>
            <a:off x="10922000" y="4940300"/>
            <a:ext cx="6934200" cy="3302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altLang="ko-KR" sz="1900" b="0" i="0" u="none" strike="noStrike">
                <a:solidFill>
                  <a:srgbClr val="000000"/>
                </a:solidFill>
                <a:ea typeface="Pretendard Medium"/>
              </a:rPr>
              <a:t>-</a:t>
            </a:r>
            <a:endParaRPr lang="en-US" altLang="ko-KR" sz="1900" b="0" i="0" u="none" strike="noStrike">
              <a:solidFill>
                <a:srgbClr val="000000"/>
              </a:solidFill>
              <a:ea typeface="Pretendard Medium"/>
            </a:endParaRPr>
          </a:p>
        </p:txBody>
      </p:sp>
      <p:sp>
        <p:nvSpPr>
          <p:cNvPr id="65" name="TextBox 65"/>
          <p:cNvSpPr txBox="1"/>
          <p:nvPr/>
        </p:nvSpPr>
        <p:spPr>
          <a:xfrm>
            <a:off x="8051800" y="4940300"/>
            <a:ext cx="2590800" cy="3302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altLang="ko-KR" sz="1900" b="0" i="0" u="none" strike="noStrike">
                <a:solidFill>
                  <a:srgbClr val="000000"/>
                </a:solidFill>
                <a:latin typeface="Pretendard Medium"/>
              </a:rPr>
              <a:t>-</a:t>
            </a:r>
            <a:endParaRPr lang="en-US" altLang="ko-KR" sz="1900" b="0" i="0" u="none" strike="noStrike">
              <a:solidFill>
                <a:srgbClr val="000000"/>
              </a:solidFill>
              <a:latin typeface="Pretendard Medium"/>
            </a:endParaRPr>
          </a:p>
        </p:txBody>
      </p:sp>
      <p:sp>
        <p:nvSpPr>
          <p:cNvPr id="66" name="TextBox 66"/>
          <p:cNvSpPr txBox="1"/>
          <p:nvPr/>
        </p:nvSpPr>
        <p:spPr>
          <a:xfrm>
            <a:off x="5092700" y="4876800"/>
            <a:ext cx="2946400" cy="4064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ko-KR" sz="2300" b="0" i="0" u="none" strike="noStrike">
                <a:solidFill>
                  <a:srgbClr val="000000"/>
                </a:solidFill>
                <a:ea typeface="Pretendard Bold"/>
              </a:rPr>
              <a:t>경력</a:t>
            </a:r>
            <a:r>
              <a:rPr lang="en-US" sz="2300" b="0" i="0" u="none" strike="noStrike">
                <a:solidFill>
                  <a:srgbClr val="000000"/>
                </a:solidFill>
                <a:latin typeface="Pretendard Bold"/>
              </a:rPr>
              <a:t>  Experience</a:t>
            </a:r>
            <a:endParaRPr lang="en-US" sz="2300" b="0" i="0" u="none" strike="noStrike">
              <a:solidFill>
                <a:srgbClr val="000000"/>
              </a:solidFill>
              <a:latin typeface="Pretendard Bold"/>
            </a:endParaRPr>
          </a:p>
        </p:txBody>
      </p:sp>
      <p:sp>
        <p:nvSpPr>
          <p:cNvPr id="69" name="TextBox 69"/>
          <p:cNvSpPr txBox="1"/>
          <p:nvPr/>
        </p:nvSpPr>
        <p:spPr>
          <a:xfrm>
            <a:off x="10922000" y="3200400"/>
            <a:ext cx="6934200" cy="3302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altLang="ko-KR" sz="1900" b="0" i="0" u="none" strike="noStrike">
                <a:solidFill>
                  <a:srgbClr val="000000"/>
                </a:solidFill>
                <a:ea typeface="Pretendard Medium"/>
              </a:rPr>
              <a:t>-</a:t>
            </a:r>
            <a:endParaRPr lang="en-US" altLang="ko-KR" sz="1900" b="0" i="0" u="none" strike="noStrike">
              <a:solidFill>
                <a:srgbClr val="000000"/>
              </a:solidFill>
              <a:ea typeface="Pretendard Medium"/>
            </a:endParaRPr>
          </a:p>
        </p:txBody>
      </p:sp>
      <p:sp>
        <p:nvSpPr>
          <p:cNvPr id="70" name="TextBox 70"/>
          <p:cNvSpPr txBox="1"/>
          <p:nvPr/>
        </p:nvSpPr>
        <p:spPr>
          <a:xfrm>
            <a:off x="8051800" y="3187700"/>
            <a:ext cx="2590800" cy="3302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altLang="ko-KR" sz="1900" b="0" i="0" u="none" strike="noStrike">
                <a:solidFill>
                  <a:srgbClr val="000000"/>
                </a:solidFill>
                <a:latin typeface="Pretendard Medium"/>
              </a:rPr>
              <a:t>-</a:t>
            </a:r>
            <a:endParaRPr lang="en-US" altLang="ko-KR" sz="1900" b="0" i="0" u="none" strike="noStrike">
              <a:solidFill>
                <a:srgbClr val="000000"/>
              </a:solidFill>
              <a:latin typeface="Pretendard Medium"/>
            </a:endParaRPr>
          </a:p>
        </p:txBody>
      </p:sp>
      <p:sp>
        <p:nvSpPr>
          <p:cNvPr id="71" name="TextBox 71"/>
          <p:cNvSpPr txBox="1"/>
          <p:nvPr/>
        </p:nvSpPr>
        <p:spPr>
          <a:xfrm>
            <a:off x="10922000" y="2692400"/>
            <a:ext cx="6934200" cy="3302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ko-KR" altLang="en-US" sz="1900" b="0" i="0" u="none" strike="noStrike">
                <a:solidFill>
                  <a:srgbClr val="000000"/>
                </a:solidFill>
                <a:ea typeface="Pretendard Medium"/>
              </a:rPr>
              <a:t>제주대학교 컴퓨터 공학과 </a:t>
            </a:r>
            <a:r>
              <a:rPr lang="en-US" altLang="ko-KR" sz="1900" b="0" i="0" u="none" strike="noStrike">
                <a:solidFill>
                  <a:srgbClr val="000000"/>
                </a:solidFill>
                <a:ea typeface="Pretendard Medium"/>
              </a:rPr>
              <a:t>(4</a:t>
            </a:r>
            <a:r>
              <a:rPr lang="ko-KR" altLang="en-US" sz="1900" b="0" i="0" u="none" strike="noStrike">
                <a:solidFill>
                  <a:srgbClr val="000000"/>
                </a:solidFill>
                <a:ea typeface="Pretendard Medium"/>
              </a:rPr>
              <a:t>년중퇴</a:t>
            </a:r>
            <a:r>
              <a:rPr lang="en-US" altLang="ko-KR" sz="1900" b="0" i="0" u="none" strike="noStrike">
                <a:solidFill>
                  <a:srgbClr val="000000"/>
                </a:solidFill>
                <a:ea typeface="Pretendard Medium"/>
              </a:rPr>
              <a:t>)</a:t>
            </a:r>
            <a:endParaRPr lang="en-US" altLang="ko-KR" sz="1900" b="0" i="0" u="none" strike="noStrike">
              <a:solidFill>
                <a:srgbClr val="000000"/>
              </a:solidFill>
              <a:ea typeface="Pretendard Medium"/>
            </a:endParaRPr>
          </a:p>
        </p:txBody>
      </p:sp>
      <p:sp>
        <p:nvSpPr>
          <p:cNvPr id="72" name="TextBox 72"/>
          <p:cNvSpPr txBox="1"/>
          <p:nvPr/>
        </p:nvSpPr>
        <p:spPr>
          <a:xfrm>
            <a:off x="8051800" y="2692400"/>
            <a:ext cx="2590800" cy="3302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sz="1900" b="0" i="0" u="none" strike="noStrike">
                <a:solidFill>
                  <a:srgbClr val="000000"/>
                </a:solidFill>
                <a:latin typeface="Pretendard Medium"/>
              </a:rPr>
              <a:t>20</a:t>
            </a:r>
            <a:r>
              <a:rPr lang="en-US" altLang="ko-KR" sz="1900" b="0" i="0" u="none" strike="noStrike">
                <a:solidFill>
                  <a:srgbClr val="000000"/>
                </a:solidFill>
                <a:latin typeface="Pretendard Medium"/>
              </a:rPr>
              <a:t>14</a:t>
            </a:r>
            <a:r>
              <a:rPr lang="en-US" sz="1900" b="0" i="0" u="none" strike="noStrike">
                <a:solidFill>
                  <a:srgbClr val="000000"/>
                </a:solidFill>
                <a:latin typeface="Pretendard Medium"/>
              </a:rPr>
              <a:t>.0</a:t>
            </a:r>
            <a:r>
              <a:rPr lang="en-US" altLang="ko-KR" sz="1900" b="0" i="0" u="none" strike="noStrike">
                <a:solidFill>
                  <a:srgbClr val="000000"/>
                </a:solidFill>
                <a:latin typeface="Pretendard Medium"/>
              </a:rPr>
              <a:t>2</a:t>
            </a:r>
            <a:r>
              <a:rPr lang="en-US" sz="1900" b="0" i="0" u="none" strike="noStrike">
                <a:solidFill>
                  <a:srgbClr val="000000"/>
                </a:solidFill>
                <a:latin typeface="Pretendard Medium"/>
              </a:rPr>
              <a:t> - 20</a:t>
            </a:r>
            <a:r>
              <a:rPr lang="en-US" altLang="ko-KR" sz="1900" b="0" i="0" u="none" strike="noStrike">
                <a:solidFill>
                  <a:srgbClr val="000000"/>
                </a:solidFill>
                <a:latin typeface="Pretendard Medium"/>
              </a:rPr>
              <a:t>23</a:t>
            </a:r>
            <a:r>
              <a:rPr lang="en-US" sz="1900" b="0" i="0" u="none" strike="noStrike">
                <a:solidFill>
                  <a:srgbClr val="000000"/>
                </a:solidFill>
                <a:latin typeface="Pretendard Medium"/>
              </a:rPr>
              <a:t>.</a:t>
            </a:r>
            <a:r>
              <a:rPr lang="en-US" altLang="ko-KR" sz="1900" b="0" i="0" u="none" strike="noStrike">
                <a:solidFill>
                  <a:srgbClr val="000000"/>
                </a:solidFill>
                <a:latin typeface="Pretendard Medium"/>
              </a:rPr>
              <a:t>09</a:t>
            </a:r>
            <a:endParaRPr lang="en-US" altLang="ko-KR" sz="1900" b="0" i="0" u="none" strike="noStrike">
              <a:solidFill>
                <a:srgbClr val="000000"/>
              </a:solidFill>
              <a:latin typeface="Pretendard Medium"/>
            </a:endParaRPr>
          </a:p>
        </p:txBody>
      </p:sp>
      <p:sp>
        <p:nvSpPr>
          <p:cNvPr id="73" name="TextBox 73"/>
          <p:cNvSpPr txBox="1"/>
          <p:nvPr/>
        </p:nvSpPr>
        <p:spPr>
          <a:xfrm>
            <a:off x="5092700" y="2616200"/>
            <a:ext cx="2946400" cy="4064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ko-KR" sz="2300" b="0" i="0" u="none" strike="noStrike">
                <a:solidFill>
                  <a:srgbClr val="000000"/>
                </a:solidFill>
                <a:ea typeface="Pretendard Bold"/>
              </a:rPr>
              <a:t>학력</a:t>
            </a:r>
            <a:r>
              <a:rPr lang="en-US" sz="2300" b="0" i="0" u="none" strike="noStrike">
                <a:solidFill>
                  <a:srgbClr val="000000"/>
                </a:solidFill>
                <a:latin typeface="Pretendard Bold"/>
              </a:rPr>
              <a:t>  Education</a:t>
            </a:r>
            <a:endParaRPr lang="en-US" sz="2300" b="0" i="0" u="none" strike="noStrike">
              <a:solidFill>
                <a:srgbClr val="000000"/>
              </a:solidFill>
              <a:latin typeface="Pretendard Bold"/>
            </a:endParaRPr>
          </a:p>
        </p:txBody>
      </p:sp>
      <p:sp>
        <p:nvSpPr>
          <p:cNvPr id="74" name="TextBox 74"/>
          <p:cNvSpPr txBox="1"/>
          <p:nvPr/>
        </p:nvSpPr>
        <p:spPr>
          <a:xfrm>
            <a:off x="876300" y="8547100"/>
            <a:ext cx="3657600" cy="10668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124499"/>
              </a:lnSpc>
              <a:defRPr/>
            </a:pPr>
            <a:r>
              <a:rPr lang="en-US" sz="1900" b="0" i="0" u="none" strike="noStrike">
                <a:solidFill>
                  <a:srgbClr val="ff3c00"/>
                </a:solidFill>
                <a:latin typeface="Pretendard Medium"/>
              </a:rPr>
              <a:t>010-</a:t>
            </a:r>
            <a:r>
              <a:rPr lang="en-US" altLang="ko-KR" sz="1900" b="0" i="0" u="none" strike="noStrike">
                <a:solidFill>
                  <a:srgbClr val="ff3c00"/>
                </a:solidFill>
                <a:latin typeface="Pretendard Medium"/>
              </a:rPr>
              <a:t>4768-5892</a:t>
            </a:r>
            <a:endParaRPr lang="en-US" altLang="ko-KR" sz="1900" b="0" i="0" u="none" strike="noStrike">
              <a:solidFill>
                <a:srgbClr val="ff3c00"/>
              </a:solidFill>
              <a:latin typeface="Pretendard Medium"/>
            </a:endParaRPr>
          </a:p>
          <a:p>
            <a:pPr lvl="0" algn="l">
              <a:lnSpc>
                <a:spcPct val="124499"/>
              </a:lnSpc>
              <a:defRPr/>
            </a:pPr>
            <a:r>
              <a:rPr lang="en-US" altLang="ko-KR" sz="1900" b="0" i="0" u="none" strike="noStrike">
                <a:solidFill>
                  <a:srgbClr val="ff3c00"/>
                </a:solidFill>
                <a:latin typeface="Pretendard Medium"/>
              </a:rPr>
              <a:t>kimhb532@gmail.com</a:t>
            </a:r>
            <a:endParaRPr lang="en-US" altLang="ko-KR" sz="1900" b="0" i="0" u="none" strike="noStrike">
              <a:solidFill>
                <a:srgbClr val="ff3c00"/>
              </a:solidFill>
              <a:latin typeface="Pretendard Medium"/>
            </a:endParaRPr>
          </a:p>
          <a:p>
            <a:pPr lvl="0" algn="l">
              <a:lnSpc>
                <a:spcPct val="124499"/>
              </a:lnSpc>
              <a:defRPr/>
            </a:pPr>
            <a:r>
              <a:rPr lang="en-US" altLang="ko-KR" sz="1900" b="0" i="0" u="none" strike="noStrike">
                <a:solidFill>
                  <a:srgbClr val="ff3c00"/>
                </a:solidFill>
                <a:latin typeface="Pretendard Medium"/>
              </a:rPr>
              <a:t>-</a:t>
            </a:r>
            <a:endParaRPr lang="en-US" altLang="ko-KR" sz="1900" b="0" i="0" u="none" strike="noStrike">
              <a:solidFill>
                <a:srgbClr val="ff3c00"/>
              </a:solidFill>
              <a:latin typeface="Pretendard Medium"/>
            </a:endParaRPr>
          </a:p>
        </p:txBody>
      </p:sp>
      <p:sp>
        <p:nvSpPr>
          <p:cNvPr id="75" name="TextBox 75"/>
          <p:cNvSpPr txBox="1"/>
          <p:nvPr/>
        </p:nvSpPr>
        <p:spPr>
          <a:xfrm>
            <a:off x="508000" y="8547100"/>
            <a:ext cx="406400" cy="10668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124499"/>
              </a:lnSpc>
              <a:defRPr/>
            </a:pPr>
            <a:r>
              <a:rPr lang="en-US" sz="1900" b="0" i="0" u="none" strike="noStrike">
                <a:solidFill>
                  <a:srgbClr val="ff3c00"/>
                </a:solidFill>
                <a:latin typeface="Pretendard Bold"/>
              </a:rPr>
              <a:t>M.</a:t>
            </a:r>
            <a:endParaRPr lang="en-US" sz="1900" b="0" i="0" u="none" strike="noStrike">
              <a:solidFill>
                <a:srgbClr val="ff3c00"/>
              </a:solidFill>
              <a:latin typeface="Pretendard Bold"/>
            </a:endParaRPr>
          </a:p>
          <a:p>
            <a:pPr lvl="0" algn="l">
              <a:lnSpc>
                <a:spcPct val="124499"/>
              </a:lnSpc>
              <a:defRPr/>
            </a:pPr>
            <a:r>
              <a:rPr lang="en-US" sz="1900" b="0" i="0" u="none" strike="noStrike">
                <a:solidFill>
                  <a:srgbClr val="ff3c00"/>
                </a:solidFill>
                <a:latin typeface="Pretendard Bold"/>
              </a:rPr>
              <a:t>E.</a:t>
            </a:r>
            <a:endParaRPr lang="en-US" sz="1900" b="0" i="0" u="none" strike="noStrike">
              <a:solidFill>
                <a:srgbClr val="ff3c00"/>
              </a:solidFill>
              <a:latin typeface="Pretendard Bold"/>
            </a:endParaRPr>
          </a:p>
          <a:p>
            <a:pPr lvl="0" algn="l">
              <a:lnSpc>
                <a:spcPct val="124499"/>
              </a:lnSpc>
              <a:defRPr/>
            </a:pPr>
            <a:r>
              <a:rPr lang="en-US" sz="1900" b="0" i="0" u="none" strike="noStrike">
                <a:solidFill>
                  <a:srgbClr val="ff3c00"/>
                </a:solidFill>
                <a:latin typeface="Pretendard Bold"/>
              </a:rPr>
              <a:t>W.</a:t>
            </a:r>
            <a:endParaRPr lang="en-US" sz="1900" b="0" i="0" u="none" strike="noStrike">
              <a:solidFill>
                <a:srgbClr val="ff3c00"/>
              </a:solidFill>
              <a:latin typeface="Pretendard Bold"/>
            </a:endParaRPr>
          </a:p>
        </p:txBody>
      </p:sp>
      <p:sp>
        <p:nvSpPr>
          <p:cNvPr id="76" name="TextBox 76"/>
          <p:cNvSpPr txBox="1"/>
          <p:nvPr/>
        </p:nvSpPr>
        <p:spPr>
          <a:xfrm>
            <a:off x="508000" y="7962900"/>
            <a:ext cx="3657600" cy="3302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sz="1900" b="0" i="0" u="none" strike="noStrike">
                <a:solidFill>
                  <a:srgbClr val="000000"/>
                </a:solidFill>
                <a:latin typeface="Pretendard Medium"/>
              </a:rPr>
              <a:t>/ </a:t>
            </a:r>
            <a:r>
              <a:rPr lang="en-US" altLang="ko-KR" sz="1900" b="0" i="0" u="none" strike="noStrike">
                <a:solidFill>
                  <a:srgbClr val="000000"/>
                </a:solidFill>
                <a:latin typeface="Pretendard Medium"/>
              </a:rPr>
              <a:t>1995</a:t>
            </a:r>
            <a:r>
              <a:rPr lang="en-US" sz="1900" b="0" i="0" u="none" strike="noStrike">
                <a:solidFill>
                  <a:srgbClr val="000000"/>
                </a:solidFill>
                <a:latin typeface="Pretendard Medium"/>
              </a:rPr>
              <a:t>.</a:t>
            </a:r>
            <a:r>
              <a:rPr lang="en-US" altLang="ko-KR" sz="1900" b="0" i="0" u="none" strike="noStrike">
                <a:solidFill>
                  <a:srgbClr val="000000"/>
                </a:solidFill>
                <a:latin typeface="Pretendard Medium"/>
              </a:rPr>
              <a:t>10</a:t>
            </a:r>
            <a:r>
              <a:rPr lang="en-US" sz="1900" b="0" i="0" u="none" strike="noStrike">
                <a:solidFill>
                  <a:srgbClr val="000000"/>
                </a:solidFill>
                <a:latin typeface="Pretendard Medium"/>
              </a:rPr>
              <a:t>.</a:t>
            </a:r>
            <a:r>
              <a:rPr lang="en-US" altLang="ko-KR" sz="1900" b="0" i="0" u="none" strike="noStrike">
                <a:solidFill>
                  <a:srgbClr val="000000"/>
                </a:solidFill>
                <a:latin typeface="Pretendard Medium"/>
              </a:rPr>
              <a:t>13</a:t>
            </a:r>
            <a:endParaRPr lang="en-US" altLang="ko-KR" sz="1900" b="0" i="0" u="none" strike="noStrike">
              <a:solidFill>
                <a:srgbClr val="000000"/>
              </a:solidFill>
              <a:latin typeface="Pretendard Medium"/>
            </a:endParaRPr>
          </a:p>
        </p:txBody>
      </p:sp>
      <p:sp>
        <p:nvSpPr>
          <p:cNvPr id="77" name="TextBox 77"/>
          <p:cNvSpPr txBox="1"/>
          <p:nvPr/>
        </p:nvSpPr>
        <p:spPr>
          <a:xfrm>
            <a:off x="508000" y="7442200"/>
            <a:ext cx="3670300" cy="4826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ko-KR" sz="2700" b="0" i="0" u="none" strike="noStrike" spc="-100">
                <a:solidFill>
                  <a:srgbClr val="000000"/>
                </a:solidFill>
                <a:ea typeface="Pretendard Bold"/>
              </a:rPr>
              <a:t>김</a:t>
            </a:r>
            <a:r>
              <a:rPr lang="ko-KR" altLang="en-US" sz="2700" b="0" i="0" u="none" strike="noStrike" spc="-100">
                <a:solidFill>
                  <a:srgbClr val="000000"/>
                </a:solidFill>
                <a:ea typeface="Pretendard Bold"/>
              </a:rPr>
              <a:t>홍범</a:t>
            </a:r>
            <a:r>
              <a:rPr lang="en-US" sz="2700" b="0" i="0" u="none" strike="noStrike" spc="-100">
                <a:solidFill>
                  <a:srgbClr val="000000"/>
                </a:solidFill>
                <a:latin typeface="Pretendard Bold"/>
              </a:rPr>
              <a:t> Kim </a:t>
            </a:r>
            <a:r>
              <a:rPr lang="en-US" altLang="ko-KR" sz="2700" b="0" i="0" u="none" strike="noStrike" spc="-100">
                <a:solidFill>
                  <a:srgbClr val="000000"/>
                </a:solidFill>
                <a:latin typeface="Pretendard Bold"/>
              </a:rPr>
              <a:t>Hong Beom</a:t>
            </a:r>
            <a:endParaRPr lang="en-US" altLang="ko-KR" sz="2700" b="0" i="0" u="none" strike="noStrike" spc="-100">
              <a:solidFill>
                <a:srgbClr val="000000"/>
              </a:solidFill>
              <a:latin typeface="Pretendard Bold"/>
            </a:endParaRPr>
          </a:p>
        </p:txBody>
      </p:sp>
      <p:sp>
        <p:nvSpPr>
          <p:cNvPr id="79" name="TextBox 79"/>
          <p:cNvSpPr txBox="1"/>
          <p:nvPr/>
        </p:nvSpPr>
        <p:spPr>
          <a:xfrm>
            <a:off x="12801600" y="876300"/>
            <a:ext cx="4610100" cy="3556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r">
              <a:lnSpc>
                <a:spcPct val="99600"/>
              </a:lnSpc>
              <a:defRPr/>
            </a:pPr>
            <a:r>
              <a:rPr lang="en-US" sz="2000" b="0" i="0" u="none" strike="noStrike">
                <a:solidFill>
                  <a:srgbClr val="ffffff"/>
                </a:solidFill>
                <a:latin typeface="Pretendard SemiBold"/>
              </a:rPr>
              <a:t>20</a:t>
            </a:r>
            <a:r>
              <a:rPr lang="en-US" altLang="ko-KR" sz="2000" b="0" i="0" u="none" strike="noStrike">
                <a:solidFill>
                  <a:srgbClr val="ffffff"/>
                </a:solidFill>
                <a:latin typeface="Pretendard SemiBold"/>
              </a:rPr>
              <a:t>26</a:t>
            </a:r>
            <a:r>
              <a:rPr lang="en-US" sz="2000" b="0" i="0" u="none" strike="noStrike">
                <a:solidFill>
                  <a:srgbClr val="ffffff"/>
                </a:solidFill>
                <a:latin typeface="Pretendard SemiBold"/>
              </a:rPr>
              <a:t> Kim </a:t>
            </a:r>
            <a:r>
              <a:rPr lang="en-US" altLang="ko-KR" sz="2000" b="0" i="0" u="none" strike="noStrike">
                <a:solidFill>
                  <a:srgbClr val="ffffff"/>
                </a:solidFill>
                <a:latin typeface="Pretendard SemiBold"/>
              </a:rPr>
              <a:t>HongBeom</a:t>
            </a:r>
            <a:r>
              <a:rPr lang="en-US" sz="2000" b="0" i="0" u="none" strike="noStrike">
                <a:solidFill>
                  <a:srgbClr val="ffffff"/>
                </a:solidFill>
                <a:latin typeface="Pretendard SemiBold"/>
              </a:rPr>
              <a:t> Portfolio</a:t>
            </a:r>
            <a:endParaRPr lang="en-US" sz="2000" b="0" i="0" u="none" strike="noStrike">
              <a:solidFill>
                <a:srgbClr val="ffffff"/>
              </a:solidFill>
              <a:latin typeface="Pretendard SemiBold"/>
            </a:endParaRPr>
          </a:p>
        </p:txBody>
      </p:sp>
      <p:sp>
        <p:nvSpPr>
          <p:cNvPr id="80" name="TextBox 80"/>
          <p:cNvSpPr txBox="1"/>
          <p:nvPr/>
        </p:nvSpPr>
        <p:spPr>
          <a:xfrm>
            <a:off x="762000" y="673100"/>
            <a:ext cx="10248900" cy="7112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ko-KR" sz="4000" b="0" i="0" u="none" strike="noStrike" spc="100">
                <a:solidFill>
                  <a:srgbClr val="ffffff"/>
                </a:solidFill>
                <a:ea typeface="Pretendard Bold"/>
              </a:rPr>
              <a:t>이력사항</a:t>
            </a:r>
            <a:endParaRPr lang="ko-KR" sz="4000" b="0" i="0" u="none" strike="noStrike" spc="100">
              <a:solidFill>
                <a:srgbClr val="ffffff"/>
              </a:solidFill>
              <a:ea typeface="Pretendard Bold"/>
            </a:endParaRPr>
          </a:p>
        </p:txBody>
      </p:sp>
      <p:pic>
        <p:nvPicPr>
          <p:cNvPr id="81" name="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387191" y="2781300"/>
            <a:ext cx="3956208" cy="3962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111500" y="203200"/>
            <a:ext cx="12052300" cy="26670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ctr">
              <a:lnSpc>
                <a:spcPct val="99600"/>
              </a:lnSpc>
              <a:defRPr/>
            </a:pPr>
            <a:r>
              <a:rPr lang="en-US" sz="15000" b="0" i="0" u="none" strike="noStrike">
                <a:solidFill>
                  <a:srgbClr val="000000">
                    <a:alpha val="20000"/>
                  </a:srgbClr>
                </a:solidFill>
                <a:latin typeface="Pretendard ExtraBold"/>
              </a:rPr>
              <a:t>Contents</a:t>
            </a:r>
            <a:endParaRPr lang="en-US" sz="15000" b="0" i="0" u="none" strike="noStrike">
              <a:solidFill>
                <a:srgbClr val="000000">
                  <a:alpha val="20000"/>
                </a:srgbClr>
              </a:solidFill>
              <a:latin typeface="Pretendard ExtraBold"/>
            </a:endParaR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-203200" y="2032000"/>
            <a:ext cx="18681700" cy="8432800"/>
          </a:xfrm>
          <a:prstGeom prst="rect">
            <a:avLst/>
          </a:prstGeom>
          <a:effectLst>
            <a:outerShdw blurRad="884403" dir="5400000">
              <a:srgbClr val="000000">
                <a:alpha val="15000"/>
              </a:srgbClr>
            </a:outerShdw>
          </a:effectLst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574800" y="3848100"/>
            <a:ext cx="15151100" cy="254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574800" y="5334000"/>
            <a:ext cx="15151100" cy="254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574800" y="6807200"/>
            <a:ext cx="15151100" cy="25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574800" y="8280400"/>
            <a:ext cx="15151100" cy="25400"/>
          </a:xfrm>
          <a:prstGeom prst="rect">
            <a:avLst/>
          </a:prstGeom>
        </p:spPr>
      </p:pic>
      <p:grpSp>
        <p:nvGrpSpPr>
          <p:cNvPr id="8" name="Group 8"/>
          <p:cNvGrpSpPr/>
          <p:nvPr/>
        </p:nvGrpSpPr>
        <p:grpSpPr>
          <a:xfrm rot="0">
            <a:off x="2147483648" y="2147483648"/>
            <a:ext cx="2147483648" cy="2147483648"/>
            <a:chOff x="0" y="0"/>
            <a:chExt cx="914400" cy="914400"/>
          </a:xfrm>
        </p:grpSpPr>
      </p:grpSp>
      <p:pic>
        <p:nvPicPr>
          <p:cNvPr id="9" name="Picture 9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8864600" y="2832100"/>
            <a:ext cx="571500" cy="5715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 rot="2700000">
            <a:off x="9029700" y="3009900"/>
            <a:ext cx="241300" cy="241300"/>
          </a:xfrm>
          <a:prstGeom prst="rect">
            <a:avLst/>
          </a:prstGeom>
        </p:spPr>
      </p:pic>
      <p:grpSp>
        <p:nvGrpSpPr>
          <p:cNvPr id="11" name="Group 11"/>
          <p:cNvGrpSpPr/>
          <p:nvPr/>
        </p:nvGrpSpPr>
        <p:grpSpPr>
          <a:xfrm rot="0">
            <a:off x="2147483648" y="2147483648"/>
            <a:ext cx="2147483648" cy="2147483648"/>
            <a:chOff x="0" y="0"/>
            <a:chExt cx="914400" cy="914400"/>
          </a:xfrm>
        </p:grpSpPr>
      </p:grpSp>
      <p:pic>
        <p:nvPicPr>
          <p:cNvPr id="12" name="Picture 12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8864600" y="4318000"/>
            <a:ext cx="571500" cy="5715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 rot="2700000">
            <a:off x="9029700" y="4483100"/>
            <a:ext cx="241300" cy="241300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 rot="0">
            <a:off x="2147483648" y="2147483648"/>
            <a:ext cx="2147483648" cy="2147483648"/>
            <a:chOff x="0" y="0"/>
            <a:chExt cx="914400" cy="914400"/>
          </a:xfrm>
        </p:grpSpPr>
      </p:grpSp>
      <p:pic>
        <p:nvPicPr>
          <p:cNvPr id="15" name="Picture 15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8864600" y="5791200"/>
            <a:ext cx="571500" cy="5715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 rot="2700000">
            <a:off x="9029700" y="5956300"/>
            <a:ext cx="241300" cy="241300"/>
          </a:xfrm>
          <a:prstGeom prst="rect">
            <a:avLst/>
          </a:prstGeom>
        </p:spPr>
      </p:pic>
      <p:grpSp>
        <p:nvGrpSpPr>
          <p:cNvPr id="17" name="Group 17"/>
          <p:cNvGrpSpPr/>
          <p:nvPr/>
        </p:nvGrpSpPr>
        <p:grpSpPr>
          <a:xfrm rot="0">
            <a:off x="2147483648" y="2147483648"/>
            <a:ext cx="2147483648" cy="2147483648"/>
            <a:chOff x="0" y="0"/>
            <a:chExt cx="914400" cy="914400"/>
          </a:xfrm>
        </p:grpSpPr>
      </p:grpSp>
      <p:pic>
        <p:nvPicPr>
          <p:cNvPr id="18" name="Picture 18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8864600" y="7277100"/>
            <a:ext cx="571500" cy="5715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 rot="2700000">
            <a:off x="9029700" y="7442200"/>
            <a:ext cx="241300" cy="241300"/>
          </a:xfrm>
          <a:prstGeom prst="rect">
            <a:avLst/>
          </a:prstGeom>
        </p:spPr>
      </p:pic>
      <p:grpSp>
        <p:nvGrpSpPr>
          <p:cNvPr id="20" name="Group 20"/>
          <p:cNvGrpSpPr/>
          <p:nvPr/>
        </p:nvGrpSpPr>
        <p:grpSpPr>
          <a:xfrm rot="0">
            <a:off x="2147483648" y="2147483648"/>
            <a:ext cx="2147483648" cy="2147483648"/>
            <a:chOff x="0" y="0"/>
            <a:chExt cx="914400" cy="914400"/>
          </a:xfrm>
        </p:grpSpPr>
      </p:grpSp>
      <p:pic>
        <p:nvPicPr>
          <p:cNvPr id="21" name="Picture 21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8864600" y="8750300"/>
            <a:ext cx="571500" cy="5715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 rot="2700000">
            <a:off x="9029700" y="8915400"/>
            <a:ext cx="241300" cy="2413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10096500" y="8851900"/>
            <a:ext cx="6680200" cy="3556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프로젝트에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대해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간단히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소개해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주세요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.</a:t>
            </a:r>
            <a:endParaRPr lang="en-US" sz="2000" b="0" i="0" u="none" strike="noStrike">
              <a:solidFill>
                <a:srgbClr val="000000"/>
              </a:solidFill>
              <a:latin typeface="Pretendard Medium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2654300" y="8737600"/>
            <a:ext cx="5499100" cy="571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ko-KR" sz="3200" b="0" i="0" u="none" strike="noStrike">
                <a:solidFill>
                  <a:srgbClr val="000000"/>
                </a:solidFill>
                <a:ea typeface="Pretendard SemiBold"/>
              </a:rPr>
              <a:t>프로젝트명</a:t>
            </a:r>
            <a:endParaRPr lang="ko-KR" sz="3200" b="0" i="0" u="none" strike="noStrike">
              <a:solidFill>
                <a:srgbClr val="000000"/>
              </a:solidFill>
              <a:ea typeface="Pretendard Semi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536700" y="8801100"/>
            <a:ext cx="711200" cy="444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99600"/>
              </a:lnSpc>
              <a:defRPr/>
            </a:pPr>
            <a:r>
              <a:rPr lang="en-US" sz="2500" b="0" i="0" u="none" strike="noStrike" spc="-100">
                <a:solidFill>
                  <a:srgbClr val="ff3c00"/>
                </a:solidFill>
                <a:latin typeface="Pretendard SemiBold"/>
              </a:rPr>
              <a:t>05</a:t>
            </a:r>
            <a:endParaRPr lang="en-US" sz="2500" b="0" i="0" u="none" strike="noStrike" spc="-100">
              <a:solidFill>
                <a:srgbClr val="ff3c00"/>
              </a:solidFill>
              <a:latin typeface="Pretendard Semi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0096500" y="7366000"/>
            <a:ext cx="6680200" cy="3556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프로젝트에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대해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간단히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소개해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주세요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.</a:t>
            </a:r>
            <a:endParaRPr lang="en-US" sz="2000" b="0" i="0" u="none" strike="noStrike">
              <a:solidFill>
                <a:srgbClr val="000000"/>
              </a:solidFill>
              <a:latin typeface="Pretendard Medium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2654300" y="7251700"/>
            <a:ext cx="4559300" cy="571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ko-KR" sz="3200" b="0" i="0" u="none" strike="noStrike">
                <a:solidFill>
                  <a:srgbClr val="000000"/>
                </a:solidFill>
                <a:ea typeface="Pretendard SemiBold"/>
              </a:rPr>
              <a:t>프로젝트명</a:t>
            </a:r>
            <a:endParaRPr lang="ko-KR" sz="3200" b="0" i="0" u="none" strike="noStrike">
              <a:solidFill>
                <a:srgbClr val="000000"/>
              </a:solidFill>
              <a:ea typeface="Pretendard SemiBold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1536700" y="7327900"/>
            <a:ext cx="711200" cy="444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99600"/>
              </a:lnSpc>
              <a:defRPr/>
            </a:pPr>
            <a:r>
              <a:rPr lang="en-US" sz="2500" b="0" i="0" u="none" strike="noStrike" spc="-100">
                <a:solidFill>
                  <a:srgbClr val="ff3c00"/>
                </a:solidFill>
                <a:latin typeface="Pretendard SemiBold"/>
              </a:rPr>
              <a:t>04</a:t>
            </a:r>
            <a:endParaRPr lang="en-US" sz="2500" b="0" i="0" u="none" strike="noStrike" spc="-100">
              <a:solidFill>
                <a:srgbClr val="ff3c00"/>
              </a:solidFill>
              <a:latin typeface="Pretendard SemiBold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0096500" y="5892800"/>
            <a:ext cx="6680200" cy="3556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en-US" altLang="ko-KR" sz="2000" b="0" i="0" u="none" strike="noStrike">
                <a:solidFill>
                  <a:srgbClr val="000000"/>
                </a:solidFill>
                <a:ea typeface="Pretendard Medium"/>
              </a:rPr>
              <a:t>AI</a:t>
            </a:r>
            <a:r>
              <a:rPr lang="ko-KR" altLang="en-US" sz="2000" b="0" i="0" u="none" strike="noStrike">
                <a:solidFill>
                  <a:srgbClr val="000000"/>
                </a:solidFill>
                <a:ea typeface="Pretendard Medium"/>
              </a:rPr>
              <a:t>기반 </a:t>
            </a:r>
            <a:r>
              <a:rPr lang="en-US" altLang="ko-KR" sz="2000" b="0" i="0" u="none" strike="noStrike">
                <a:solidFill>
                  <a:srgbClr val="000000"/>
                </a:solidFill>
                <a:ea typeface="Pretendard Medium"/>
              </a:rPr>
              <a:t>Online</a:t>
            </a:r>
            <a:r>
              <a:rPr lang="ko-KR" altLang="en-US" sz="2000" b="0" i="0" u="none" strike="noStrike">
                <a:solidFill>
                  <a:srgbClr val="000000"/>
                </a:solidFill>
                <a:ea typeface="Pretendard Medium"/>
              </a:rPr>
              <a:t> 면접 플랫폼</a:t>
            </a:r>
            <a:endParaRPr lang="ko-KR" altLang="en-US" sz="2000" b="0" i="0" u="none" strike="noStrike">
              <a:solidFill>
                <a:srgbClr val="000000"/>
              </a:solidFill>
              <a:ea typeface="Pretendard Medium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2654300" y="5778500"/>
            <a:ext cx="5499100" cy="571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en-US" altLang="ko-KR" sz="3200" b="0" i="0" u="none" strike="noStrike">
                <a:solidFill>
                  <a:srgbClr val="000000"/>
                </a:solidFill>
                <a:ea typeface="Pretendard SemiBold"/>
              </a:rPr>
              <a:t>AI&amp;UE Co-Project</a:t>
            </a:r>
            <a:endParaRPr lang="en-US" altLang="ko-KR" sz="3200" b="0" i="0" u="none" strike="noStrike">
              <a:solidFill>
                <a:srgbClr val="000000"/>
              </a:solidFill>
              <a:ea typeface="Pretendard SemiBold"/>
            </a:endParaRPr>
          </a:p>
          <a:p>
            <a:pPr lvl="0" algn="l">
              <a:lnSpc>
                <a:spcPct val="99600"/>
              </a:lnSpc>
              <a:defRPr/>
            </a:pPr>
            <a:r>
              <a:rPr lang="en-US" altLang="ko-KR" sz="3200" b="0" i="0" u="none" strike="noStrike">
                <a:solidFill>
                  <a:srgbClr val="000000"/>
                </a:solidFill>
                <a:ea typeface="Pretendard SemiBold"/>
              </a:rPr>
              <a:t>ReNe</a:t>
            </a:r>
            <a:endParaRPr lang="en-US" altLang="ko-KR" sz="3200" b="0" i="0" u="none" strike="noStrike">
              <a:solidFill>
                <a:srgbClr val="000000"/>
              </a:solidFill>
              <a:ea typeface="Pretendard SemiBold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1536700" y="5842000"/>
            <a:ext cx="711200" cy="444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99600"/>
              </a:lnSpc>
              <a:defRPr/>
            </a:pPr>
            <a:r>
              <a:rPr lang="en-US" sz="2500" b="0" i="0" u="none" strike="noStrike" spc="-100">
                <a:solidFill>
                  <a:srgbClr val="ff3c00"/>
                </a:solidFill>
                <a:latin typeface="Pretendard SemiBold"/>
              </a:rPr>
              <a:t>03</a:t>
            </a:r>
            <a:endParaRPr lang="en-US" sz="2500" b="0" i="0" u="none" strike="noStrike" spc="-100">
              <a:solidFill>
                <a:srgbClr val="ff3c00"/>
              </a:solidFill>
              <a:latin typeface="Pretendard SemiBold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10096500" y="4419600"/>
            <a:ext cx="6680200" cy="3556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ko-KR" altLang="en-US" sz="2000" b="0" i="0" u="none" strike="noStrike">
                <a:solidFill>
                  <a:srgbClr val="000000"/>
                </a:solidFill>
                <a:ea typeface="Pretendard Medium"/>
              </a:rPr>
              <a:t>멀티플레이 구현 목표 프로젝트</a:t>
            </a:r>
            <a:r>
              <a:rPr lang="en-US" altLang="ko-KR" sz="2000" b="0" i="0" u="none" strike="noStrike">
                <a:solidFill>
                  <a:srgbClr val="000000"/>
                </a:solidFill>
                <a:ea typeface="Pretendard Medium"/>
              </a:rPr>
              <a:t>.</a:t>
            </a:r>
            <a:r>
              <a:rPr lang="ko-KR" altLang="en-US" sz="2000" b="0" i="0" u="none" strike="noStrike">
                <a:solidFill>
                  <a:srgbClr val="000000"/>
                </a:solidFill>
                <a:ea typeface="Pretendard Medium"/>
              </a:rPr>
              <a:t> 햄버거 제작 시뮬레이션</a:t>
            </a:r>
            <a:endParaRPr lang="ko-KR" altLang="en-US" sz="2000" b="0" i="0" u="none" strike="noStrike">
              <a:solidFill>
                <a:srgbClr val="000000"/>
              </a:solidFill>
              <a:ea typeface="Pretendard Medium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2654300" y="4305300"/>
            <a:ext cx="5499100" cy="571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endParaRPr lang="ko-KR" sz="3200" b="0" i="0" u="none" strike="noStrike">
              <a:solidFill>
                <a:srgbClr val="000000"/>
              </a:solidFill>
              <a:ea typeface="Pretendard Semi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1536700" y="4368800"/>
            <a:ext cx="711200" cy="444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99600"/>
              </a:lnSpc>
              <a:defRPr/>
            </a:pPr>
            <a:r>
              <a:rPr lang="en-US" sz="2500" b="0" i="0" u="none" strike="noStrike" spc="-100">
                <a:solidFill>
                  <a:srgbClr val="ff3c00"/>
                </a:solidFill>
                <a:latin typeface="Pretendard SemiBold"/>
              </a:rPr>
              <a:t>02</a:t>
            </a:r>
            <a:endParaRPr lang="en-US" sz="2500" b="0" i="0" u="none" strike="noStrike" spc="-100">
              <a:solidFill>
                <a:srgbClr val="ff3c00"/>
              </a:solidFill>
              <a:latin typeface="Pretendard Semi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096500" y="2933700"/>
            <a:ext cx="6680200" cy="3556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ko-KR" altLang="en-US" sz="2000" b="0" i="0" u="none" strike="noStrike">
                <a:solidFill>
                  <a:srgbClr val="000000"/>
                </a:solidFill>
                <a:ea typeface="Pretendard Medium"/>
              </a:rPr>
              <a:t>탄도학 중심으로 모던워페어</a:t>
            </a:r>
            <a:r>
              <a:rPr lang="en-US" altLang="ko-KR" sz="2000" b="0" i="0" u="none" strike="noStrike">
                <a:solidFill>
                  <a:srgbClr val="000000"/>
                </a:solidFill>
                <a:ea typeface="Pretendard Medium"/>
              </a:rPr>
              <a:t>3</a:t>
            </a:r>
            <a:r>
              <a:rPr lang="ko-KR" altLang="en-US" sz="2000" b="0" i="0" u="none" strike="noStrike">
                <a:solidFill>
                  <a:srgbClr val="000000"/>
                </a:solidFill>
                <a:ea typeface="Pretendard Medium"/>
              </a:rPr>
              <a:t> 에펠탑 미션 연출하기</a:t>
            </a:r>
            <a:endParaRPr lang="ko-KR" altLang="en-US" sz="2000" b="0" i="0" u="none" strike="noStrike">
              <a:solidFill>
                <a:srgbClr val="000000"/>
              </a:solidFill>
              <a:ea typeface="Pretendard Medium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2654300" y="2819400"/>
            <a:ext cx="5499100" cy="571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ko-KR" altLang="en-US" sz="3200" b="0" i="0" u="none" strike="noStrike">
                <a:solidFill>
                  <a:srgbClr val="000000"/>
                </a:solidFill>
                <a:ea typeface="Pretendard SemiBold"/>
              </a:rPr>
              <a:t>물리역학기반 프로젝트</a:t>
            </a:r>
            <a:endParaRPr lang="ko-KR" altLang="en-US" sz="3200" b="0" i="0" u="none" strike="noStrike">
              <a:solidFill>
                <a:srgbClr val="000000"/>
              </a:solidFill>
              <a:ea typeface="Pretendard SemiBold"/>
            </a:endParaRPr>
          </a:p>
          <a:p>
            <a:pPr lvl="0" algn="l">
              <a:lnSpc>
                <a:spcPct val="99600"/>
              </a:lnSpc>
              <a:defRPr/>
            </a:pPr>
            <a:r>
              <a:rPr lang="en-US" altLang="ko-KR" sz="3200" b="0" i="0" u="none" strike="noStrike">
                <a:solidFill>
                  <a:srgbClr val="000000"/>
                </a:solidFill>
                <a:ea typeface="Pretendard SemiBold"/>
              </a:rPr>
              <a:t>CoD:MW3</a:t>
            </a:r>
            <a:r>
              <a:rPr lang="ko-KR" altLang="en-US" sz="3200" b="0" i="0" u="none" strike="noStrike">
                <a:solidFill>
                  <a:srgbClr val="000000"/>
                </a:solidFill>
                <a:ea typeface="Pretendard SemiBold"/>
              </a:rPr>
              <a:t> 모작</a:t>
            </a:r>
            <a:endParaRPr lang="ko-KR" altLang="en-US" sz="3200" b="0" i="0" u="none" strike="noStrike">
              <a:solidFill>
                <a:srgbClr val="000000"/>
              </a:solidFill>
              <a:ea typeface="Pretendard SemiBold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1536700" y="2895600"/>
            <a:ext cx="711200" cy="444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99600"/>
              </a:lnSpc>
              <a:defRPr/>
            </a:pPr>
            <a:r>
              <a:rPr lang="en-US" sz="2500" b="0" i="0" u="none" strike="noStrike" spc="-100">
                <a:solidFill>
                  <a:srgbClr val="ff3c00"/>
                </a:solidFill>
                <a:latin typeface="Pretendard SemiBold"/>
              </a:rPr>
              <a:t>01</a:t>
            </a:r>
            <a:endParaRPr lang="en-US" sz="2500" b="0" i="0" u="none" strike="noStrike" spc="-100">
              <a:solidFill>
                <a:srgbClr val="ff3c00"/>
              </a:solidFill>
              <a:latin typeface="Pretendard SemiBold"/>
            </a:endParaRPr>
          </a:p>
        </p:txBody>
      </p:sp>
      <p:sp>
        <p:nvSpPr>
          <p:cNvPr id="38" name="TextBox 30"/>
          <p:cNvSpPr txBox="1"/>
          <p:nvPr/>
        </p:nvSpPr>
        <p:spPr>
          <a:xfrm>
            <a:off x="2667000" y="4305300"/>
            <a:ext cx="5499100" cy="571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en-US" altLang="ko-KR" sz="3200" b="0" i="0" u="none" strike="noStrike">
                <a:solidFill>
                  <a:srgbClr val="000000"/>
                </a:solidFill>
                <a:ea typeface="Pretendard SemiBold"/>
              </a:rPr>
              <a:t>Multiplay </a:t>
            </a:r>
            <a:r>
              <a:rPr lang="ko-KR" altLang="en-US" sz="3200" b="0" i="0" u="none" strike="noStrike">
                <a:solidFill>
                  <a:srgbClr val="000000"/>
                </a:solidFill>
                <a:ea typeface="Pretendard SemiBold"/>
              </a:rPr>
              <a:t>프로젝트</a:t>
            </a:r>
            <a:endParaRPr lang="ko-KR" altLang="en-US" sz="3200" b="0" i="0" u="none" strike="noStrike">
              <a:solidFill>
                <a:srgbClr val="000000"/>
              </a:solidFill>
              <a:ea typeface="Pretendard SemiBold"/>
            </a:endParaRPr>
          </a:p>
          <a:p>
            <a:pPr lvl="0" algn="l">
              <a:lnSpc>
                <a:spcPct val="99600"/>
              </a:lnSpc>
              <a:defRPr/>
            </a:pPr>
            <a:r>
              <a:rPr lang="ko-KR" altLang="en-US" sz="3200" b="0" i="0" u="none" strike="noStrike">
                <a:solidFill>
                  <a:srgbClr val="000000"/>
                </a:solidFill>
                <a:ea typeface="Pretendard SemiBold"/>
              </a:rPr>
              <a:t>자작 </a:t>
            </a:r>
            <a:r>
              <a:rPr lang="en-US" altLang="ko-KR" sz="3200" b="0" i="0" u="none" strike="noStrike">
                <a:solidFill>
                  <a:srgbClr val="000000"/>
                </a:solidFill>
                <a:ea typeface="Pretendard SemiBold"/>
              </a:rPr>
              <a:t>: MHGA</a:t>
            </a:r>
            <a:endParaRPr lang="en-US" altLang="ko-KR" sz="3200" b="0" i="0" u="none" strike="noStrike">
              <a:solidFill>
                <a:srgbClr val="000000"/>
              </a:solidFill>
              <a:ea typeface="Pretendard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-203200" y="2082800"/>
            <a:ext cx="18681700" cy="8382000"/>
          </a:xfrm>
          <a:prstGeom prst="rect">
            <a:avLst/>
          </a:prstGeom>
          <a:effectLst>
            <a:outerShdw blurRad="874437" dir="5400000">
              <a:srgbClr val="000000">
                <a:alpha val="15000"/>
              </a:srgbClr>
            </a:outerShdw>
          </a:effectLst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82600" y="469900"/>
            <a:ext cx="17335500" cy="1143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832100" y="660400"/>
            <a:ext cx="762000" cy="762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82600" y="9817100"/>
            <a:ext cx="17335500" cy="254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69900" y="8470900"/>
            <a:ext cx="5473700" cy="444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469900" y="8978900"/>
            <a:ext cx="5473700" cy="4445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15519400" y="2489200"/>
            <a:ext cx="2324100" cy="3175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Pretendard Regular"/>
              </a:rPr>
              <a:t>20</a:t>
            </a:r>
            <a:r>
              <a:rPr lang="en-US" altLang="ko-KR" sz="1800" b="0" i="0" u="none" strike="noStrike">
                <a:solidFill>
                  <a:srgbClr val="000000"/>
                </a:solidFill>
                <a:latin typeface="Pretendard Regular"/>
              </a:rPr>
              <a:t>25</a:t>
            </a:r>
            <a:r>
              <a:rPr lang="en-US" sz="1800" b="0" i="0" u="none" strike="noStrike">
                <a:solidFill>
                  <a:srgbClr val="000000"/>
                </a:solidFill>
                <a:latin typeface="Pretendard Regular"/>
              </a:rPr>
              <a:t>.0</a:t>
            </a:r>
            <a:r>
              <a:rPr lang="en-US" altLang="ko-KR" sz="1800" b="0" i="0" u="none" strike="noStrike">
                <a:solidFill>
                  <a:srgbClr val="000000"/>
                </a:solidFill>
                <a:latin typeface="Pretendard Regular"/>
              </a:rPr>
              <a:t>8</a:t>
            </a:r>
            <a:r>
              <a:rPr lang="en-US" sz="1800" b="0" i="0" u="none" strike="noStrike">
                <a:solidFill>
                  <a:srgbClr val="000000"/>
                </a:solidFill>
                <a:latin typeface="Pretendard Regular"/>
              </a:rPr>
              <a:t> - 20</a:t>
            </a:r>
            <a:r>
              <a:rPr lang="en-US" altLang="ko-KR" sz="1800" b="0" i="0" u="none" strike="noStrike">
                <a:solidFill>
                  <a:srgbClr val="000000"/>
                </a:solidFill>
                <a:latin typeface="Pretendard Regular"/>
              </a:rPr>
              <a:t>25</a:t>
            </a:r>
            <a:r>
              <a:rPr lang="en-US" sz="1800" b="0" i="0" u="none" strike="noStrike">
                <a:solidFill>
                  <a:srgbClr val="000000"/>
                </a:solidFill>
                <a:latin typeface="Pretendard Regular"/>
              </a:rPr>
              <a:t>.0</a:t>
            </a:r>
            <a:r>
              <a:rPr lang="en-US" altLang="ko-KR" sz="1800" b="0" i="0" u="none" strike="noStrike">
                <a:solidFill>
                  <a:srgbClr val="000000"/>
                </a:solidFill>
                <a:latin typeface="Pretendard Regular"/>
              </a:rPr>
              <a:t>9</a:t>
            </a:r>
            <a:endParaRPr lang="en-US" altLang="ko-KR" sz="1800" b="0" i="0" u="none" strike="noStrike">
              <a:solidFill>
                <a:srgbClr val="000000"/>
              </a:solidFill>
              <a:latin typeface="Pretendard Regular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14300200" y="2476500"/>
            <a:ext cx="1130300" cy="3302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sz="1900" b="0" i="0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0" i="0" u="none" strike="noStrike">
                <a:solidFill>
                  <a:srgbClr val="000000"/>
                </a:solidFill>
                <a:ea typeface="Pretendard SemiBold"/>
              </a:rPr>
              <a:t>제작기간</a:t>
            </a:r>
            <a:endParaRPr lang="ko-KR" sz="1900" b="0" i="0" u="none" strike="noStrike">
              <a:solidFill>
                <a:srgbClr val="000000"/>
              </a:solidFill>
              <a:ea typeface="Pretendard SemiBold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3822700" y="762000"/>
            <a:ext cx="7632700" cy="6223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ko-KR" altLang="en-US" sz="3500" b="0" i="0" u="none" strike="noStrike">
                <a:solidFill>
                  <a:srgbClr val="ffffff"/>
                </a:solidFill>
                <a:ea typeface="Pretendard Bold"/>
              </a:rPr>
              <a:t>물리기반 </a:t>
            </a:r>
            <a:r>
              <a:rPr lang="en-US" altLang="ko-KR" sz="3500" b="0" i="0" u="none" strike="noStrike">
                <a:solidFill>
                  <a:srgbClr val="ffffff"/>
                </a:solidFill>
                <a:ea typeface="Pretendard Bold"/>
              </a:rPr>
              <a:t>MW3</a:t>
            </a:r>
            <a:endParaRPr lang="en-US" altLang="ko-KR" sz="3500" b="0" i="0" u="none" strike="noStrike">
              <a:solidFill>
                <a:srgbClr val="ffffff"/>
              </a:solidFill>
              <a:ea typeface="Pretendard Bold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2857500" y="863600"/>
            <a:ext cx="698500" cy="3937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ctr">
              <a:lnSpc>
                <a:spcPct val="99600"/>
              </a:lnSpc>
              <a:defRPr/>
            </a:pPr>
            <a:r>
              <a:rPr lang="en-US" sz="2200" b="0" i="0" u="none" strike="noStrike">
                <a:solidFill>
                  <a:srgbClr val="ffffff"/>
                </a:solidFill>
                <a:latin typeface="Pretendard Bold"/>
              </a:rPr>
              <a:t>01</a:t>
            </a:r>
            <a:endParaRPr lang="en-US" sz="2200" b="0" i="0" u="none" strike="noStrike">
              <a:solidFill>
                <a:srgbClr val="ffffff"/>
              </a:solidFill>
              <a:latin typeface="Pretendard Bold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876300" y="711200"/>
            <a:ext cx="2057400" cy="7112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sz="4000" b="0" i="0" u="none" strike="noStrike">
                <a:solidFill>
                  <a:srgbClr val="ffffff"/>
                </a:solidFill>
                <a:latin typeface="Pretendard SemiBold"/>
              </a:rPr>
              <a:t>Pr</a:t>
            </a:r>
            <a:r>
              <a:rPr lang="en-US" sz="4000" b="0" i="0" u="none" strike="noStrike" spc="-100">
                <a:solidFill>
                  <a:srgbClr val="ffffff"/>
                </a:solidFill>
                <a:latin typeface="Pretendard SemiBold"/>
              </a:rPr>
              <a:t>oject</a:t>
            </a:r>
            <a:endParaRPr lang="en-US" sz="4000" b="0" i="0" u="none" strike="noStrike" spc="-100">
              <a:solidFill>
                <a:srgbClr val="ffffff"/>
              </a:solidFill>
              <a:latin typeface="Pretendard SemiBold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584200" y="8509000"/>
            <a:ext cx="5295900" cy="3556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en-US" sz="2000" b="0" i="0" u="none" strike="noStrike">
                <a:solidFill>
                  <a:srgbClr val="ff3c00"/>
                </a:solidFill>
                <a:latin typeface="Pretendard Bold"/>
              </a:rPr>
              <a:t>Point 1.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이곳에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업무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포인트를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.</a:t>
            </a:r>
            <a:endParaRPr lang="en-US" sz="2000" b="0" i="0" u="none" strike="noStrike">
              <a:solidFill>
                <a:srgbClr val="000000"/>
              </a:solidFill>
              <a:latin typeface="Pretendard Medium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584200" y="9017000"/>
            <a:ext cx="5295900" cy="3556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l">
              <a:lnSpc>
                <a:spcPct val="99600"/>
              </a:lnSpc>
              <a:defRPr/>
            </a:pPr>
            <a:r>
              <a:rPr lang="en-US" sz="2000" b="0" i="0" u="none" strike="noStrike">
                <a:solidFill>
                  <a:srgbClr val="ff3c00"/>
                </a:solidFill>
                <a:latin typeface="Pretendard Bold"/>
              </a:rPr>
              <a:t>Point 2.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이곳에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업무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포인트를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0" i="0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0" i="0" u="none" strike="noStrike">
                <a:solidFill>
                  <a:srgbClr val="000000"/>
                </a:solidFill>
                <a:latin typeface="Pretendard Medium"/>
              </a:rPr>
              <a:t>.</a:t>
            </a:r>
            <a:endParaRPr lang="en-US" sz="2000" b="0" i="0" u="none" strike="noStrike">
              <a:solidFill>
                <a:srgbClr val="000000"/>
              </a:solidFill>
              <a:latin typeface="Pretendard Medium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1524000" y="3086100"/>
            <a:ext cx="5181600" cy="1731645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defRPr/>
            </a:pPr>
            <a:r>
              <a:rPr lang="ko-KR" altLang="en-US"/>
              <a:t>프로젝트 소개</a:t>
            </a:r>
            <a:r>
              <a:rPr lang="en-US" altLang="ko-KR"/>
              <a:t>.</a:t>
            </a:r>
            <a:endParaRPr lang="en-US" altLang="ko-KR"/>
          </a:p>
          <a:p>
            <a:pPr>
              <a:defRPr/>
            </a:pPr>
            <a:endParaRPr lang="en-US" altLang="ko-KR"/>
          </a:p>
          <a:p>
            <a:pPr>
              <a:defRPr/>
            </a:pPr>
            <a:r>
              <a:rPr lang="ko-KR" altLang="en-US"/>
              <a:t>프로젝트에 들어간 내 분량 </a:t>
            </a:r>
            <a:r>
              <a:rPr lang="en-US" altLang="ko-KR"/>
              <a:t>:</a:t>
            </a:r>
            <a:r>
              <a:rPr lang="ko-KR" altLang="en-US"/>
              <a:t> </a:t>
            </a:r>
            <a:endParaRPr lang="ko-KR" altLang="en-US"/>
          </a:p>
          <a:p>
            <a:pPr>
              <a:defRPr/>
            </a:pPr>
            <a:r>
              <a:rPr lang="en-US" altLang="ko-KR"/>
              <a:t>1.</a:t>
            </a:r>
            <a:r>
              <a:rPr lang="ko-KR" altLang="en-US"/>
              <a:t> 총기 탄도</a:t>
            </a:r>
            <a:endParaRPr lang="ko-KR" altLang="en-US"/>
          </a:p>
          <a:p>
            <a:pPr>
              <a:defRPr/>
            </a:pPr>
            <a:r>
              <a:rPr lang="en-US" altLang="ko-KR"/>
              <a:t>2.</a:t>
            </a:r>
            <a:r>
              <a:rPr lang="ko-KR" altLang="en-US"/>
              <a:t> </a:t>
            </a:r>
            <a:r>
              <a:rPr lang="en-US" altLang="ko-KR"/>
              <a:t>Ally NPC AI</a:t>
            </a:r>
            <a:br>
              <a:rPr lang="en-US" altLang="ko-KR"/>
            </a:br>
            <a:r>
              <a:rPr lang="en-US" altLang="ko-KR"/>
              <a:t>3. Story Manager</a:t>
            </a:r>
            <a:endParaRPr lang="en-US" altLang="ko-KR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-203200" y="2082800"/>
            <a:ext cx="18681700" cy="8382000"/>
          </a:xfrm>
          <a:prstGeom prst="rect">
            <a:avLst/>
          </a:prstGeom>
          <a:effectLst>
            <a:outerShdw blurRad="874437" dir="5400000">
              <a:srgbClr val="000000">
                <a:alpha val="15000"/>
              </a:srgbClr>
            </a:outerShdw>
          </a:effectLst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82600" y="469900"/>
            <a:ext cx="17335500" cy="1143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832100" y="660400"/>
            <a:ext cx="762000" cy="762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82600" y="9817100"/>
            <a:ext cx="17335500" cy="254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482600" y="8470900"/>
            <a:ext cx="17335500" cy="11430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15519400" y="2832100"/>
            <a:ext cx="2324100" cy="3175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Pretendard Regular"/>
              </a:rPr>
              <a:t>100%</a:t>
            </a:r>
            <a:endParaRPr lang="en-US" sz="1800" b="0" i="0" u="none" strike="noStrike">
              <a:solidFill>
                <a:srgbClr val="000000"/>
              </a:solidFill>
              <a:latin typeface="Pretendard Regular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4300200" y="2819400"/>
            <a:ext cx="1143000" cy="3302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sz="1900" b="0" i="0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0" i="0" u="none" strike="noStrike">
                <a:solidFill>
                  <a:srgbClr val="000000"/>
                </a:solidFill>
                <a:ea typeface="Pretendard SemiBold"/>
              </a:rPr>
              <a:t>기여도</a:t>
            </a:r>
            <a:endParaRPr lang="ko-KR" sz="1900" b="0" i="0" u="none" strike="noStrike">
              <a:solidFill>
                <a:srgbClr val="000000"/>
              </a:solidFill>
              <a:ea typeface="Pretendard Semi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5519400" y="2489200"/>
            <a:ext cx="2324100" cy="3175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Pretendard Regular"/>
              </a:rPr>
              <a:t>2080.00 - 2080.00</a:t>
            </a:r>
            <a:endParaRPr lang="en-US" sz="1800" b="0" i="0" u="none" strike="noStrike">
              <a:solidFill>
                <a:srgbClr val="000000"/>
              </a:solidFill>
              <a:latin typeface="Pretendard Regular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4300200" y="2476500"/>
            <a:ext cx="1130300" cy="3302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sz="1900" b="0" i="0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0" i="0" u="none" strike="noStrike">
                <a:solidFill>
                  <a:srgbClr val="000000"/>
                </a:solidFill>
                <a:ea typeface="Pretendard SemiBold"/>
              </a:rPr>
              <a:t>제작기간</a:t>
            </a:r>
            <a:endParaRPr lang="ko-KR" sz="1900" b="0" i="0" u="none" strike="noStrike">
              <a:solidFill>
                <a:srgbClr val="000000"/>
              </a:solidFill>
              <a:ea typeface="Pretendard Semi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3822700" y="762000"/>
            <a:ext cx="7632700" cy="6223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altLang="ko-KR" sz="3500" b="0" i="0" u="none" strike="noStrike">
                <a:solidFill>
                  <a:srgbClr val="ffffff"/>
                </a:solidFill>
                <a:ea typeface="Pretendard Bold"/>
              </a:rPr>
              <a:t>-</a:t>
            </a:r>
            <a:endParaRPr lang="en-US" altLang="ko-KR" sz="3500" b="0" i="0" u="none" strike="noStrike">
              <a:solidFill>
                <a:srgbClr val="ffffff"/>
              </a:solidFill>
              <a:ea typeface="Pretendard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2857500" y="863600"/>
            <a:ext cx="698500" cy="3937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ctr">
              <a:lnSpc>
                <a:spcPct val="99600"/>
              </a:lnSpc>
              <a:defRPr/>
            </a:pPr>
            <a:r>
              <a:rPr lang="en-US" sz="2200" b="0" i="0" u="none" strike="noStrike">
                <a:solidFill>
                  <a:srgbClr val="ffffff"/>
                </a:solidFill>
                <a:latin typeface="Pretendard Bold"/>
              </a:rPr>
              <a:t>01</a:t>
            </a:r>
            <a:endParaRPr lang="en-US" sz="2200" b="0" i="0" u="none" strike="noStrike">
              <a:solidFill>
                <a:srgbClr val="ffffff"/>
              </a:solidFill>
              <a:latin typeface="Pretendard 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876300" y="711200"/>
            <a:ext cx="2057400" cy="7112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sz="4000" b="0" i="0" u="none" strike="noStrike">
                <a:solidFill>
                  <a:srgbClr val="ffffff"/>
                </a:solidFill>
                <a:latin typeface="Pretendard SemiBold"/>
              </a:rPr>
              <a:t>Result</a:t>
            </a:r>
            <a:endParaRPr lang="en-US" sz="4000" b="0" i="0" u="none" strike="noStrike">
              <a:solidFill>
                <a:srgbClr val="ffffff"/>
              </a:solidFill>
              <a:latin typeface="Pretendard SemiBold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635000" y="8623300"/>
            <a:ext cx="17018000" cy="825500"/>
          </a:xfrm>
          <a:prstGeom prst="rect">
            <a:avLst/>
          </a:prstGeom>
        </p:spPr>
        <p:txBody>
          <a:bodyPr lIns="0" tIns="0" rIns="0" bIns="0" anchor="ctr"/>
          <a:lstStyle/>
          <a:p>
            <a:pPr lvl="0" algn="ctr">
              <a:lnSpc>
                <a:spcPct val="116199"/>
              </a:lnSpc>
              <a:defRPr/>
            </a:pPr>
            <a:r>
              <a:rPr lang="ko-KR" sz="2300" b="0" i="0" u="none" strike="noStrike">
                <a:solidFill>
                  <a:srgbClr val="ff3c00"/>
                </a:solidFill>
                <a:ea typeface="Pretendard Medium"/>
              </a:rPr>
              <a:t>이곳에</a:t>
            </a:r>
            <a:r>
              <a:rPr lang="en-US" sz="2300" b="0" i="0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ff3c00"/>
                </a:solidFill>
                <a:ea typeface="Pretendard Medium"/>
              </a:rPr>
              <a:t>결론을</a:t>
            </a:r>
            <a:r>
              <a:rPr lang="en-US" sz="2300" b="0" i="0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ff3c00"/>
                </a:solidFill>
                <a:ea typeface="Pretendard Medium"/>
              </a:rPr>
              <a:t>요약하여</a:t>
            </a:r>
            <a:r>
              <a:rPr lang="en-US" sz="2300" b="0" i="0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ff3c00"/>
                </a:solidFill>
                <a:ea typeface="Pretendard Medium"/>
              </a:rPr>
              <a:t>써주세요</a:t>
            </a:r>
            <a:r>
              <a:rPr lang="en-US" sz="2300" b="0" i="0" u="none" strike="noStrike">
                <a:solidFill>
                  <a:srgbClr val="ff3c00"/>
                </a:solidFill>
                <a:latin typeface="Pretendard Medium"/>
              </a:rPr>
              <a:t>.</a:t>
            </a:r>
            <a:endParaRPr lang="en-US" sz="2300" b="0" i="0" u="none" strike="noStrike">
              <a:solidFill>
                <a:srgbClr val="ff3c00"/>
              </a:solidFill>
              <a:latin typeface="Pretendard Medium"/>
            </a:endParaRPr>
          </a:p>
          <a:p>
            <a:pPr lvl="0" algn="ctr">
              <a:lnSpc>
                <a:spcPct val="116199"/>
              </a:lnSpc>
              <a:defRPr/>
            </a:pPr>
            <a:r>
              <a:rPr lang="ko-KR" sz="2300" b="0" i="0" u="none" strike="noStrike">
                <a:solidFill>
                  <a:srgbClr val="ff3c00"/>
                </a:solidFill>
                <a:ea typeface="Pretendard Medium"/>
              </a:rPr>
              <a:t>경험에</a:t>
            </a:r>
            <a:r>
              <a:rPr lang="en-US" sz="2300" b="0" i="0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ff3c00"/>
                </a:solidFill>
                <a:ea typeface="Pretendard Medium"/>
              </a:rPr>
              <a:t>대한</a:t>
            </a:r>
            <a:r>
              <a:rPr lang="en-US" sz="2300" b="0" i="0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ff3c00"/>
                </a:solidFill>
                <a:ea typeface="Pretendard Medium"/>
              </a:rPr>
              <a:t>결과를</a:t>
            </a:r>
            <a:r>
              <a:rPr lang="en-US" sz="2300" b="0" i="0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ff3c00"/>
                </a:solidFill>
                <a:ea typeface="Pretendard Medium"/>
              </a:rPr>
              <a:t>잘</a:t>
            </a:r>
            <a:r>
              <a:rPr lang="en-US" sz="2300" b="0" i="0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ff3c00"/>
                </a:solidFill>
                <a:ea typeface="Pretendard Medium"/>
              </a:rPr>
              <a:t>보여주는</a:t>
            </a:r>
            <a:r>
              <a:rPr lang="en-US" sz="2300" b="0" i="0" u="none" strike="noStrike">
                <a:solidFill>
                  <a:srgbClr val="ff3c00"/>
                </a:solidFill>
                <a:latin typeface="Pretendard Medium"/>
              </a:rPr>
              <a:t> KPI</a:t>
            </a:r>
            <a:r>
              <a:rPr lang="ko-KR" sz="2300" b="0" i="0" u="none" strike="noStrike">
                <a:solidFill>
                  <a:srgbClr val="ff3c00"/>
                </a:solidFill>
                <a:ea typeface="Pretendard Medium"/>
              </a:rPr>
              <a:t>를</a:t>
            </a:r>
            <a:r>
              <a:rPr lang="en-US" sz="2300" b="0" i="0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ff3c00"/>
                </a:solidFill>
                <a:ea typeface="Pretendard Medium"/>
              </a:rPr>
              <a:t>간략하게</a:t>
            </a:r>
            <a:r>
              <a:rPr lang="en-US" sz="2300" b="0" i="0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0" i="0" u="none" strike="noStrike">
                <a:solidFill>
                  <a:srgbClr val="ff3c00"/>
                </a:solidFill>
                <a:ea typeface="Pretendard Medium"/>
              </a:rPr>
              <a:t>풀어주세요</a:t>
            </a:r>
            <a:r>
              <a:rPr lang="en-US" sz="2300" b="0" i="0" u="none" strike="noStrike">
                <a:solidFill>
                  <a:srgbClr val="ff3c00"/>
                </a:solidFill>
                <a:latin typeface="Pretendard Medium"/>
              </a:rPr>
              <a:t>.</a:t>
            </a:r>
            <a:endParaRPr lang="en-US" sz="2300" b="0" i="0" u="none" strike="noStrike">
              <a:solidFill>
                <a:srgbClr val="ff3c00"/>
              </a:solidFill>
              <a:latin typeface="Pretendard Medium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-203200" y="2082800"/>
            <a:ext cx="18681700" cy="8382000"/>
          </a:xfrm>
          <a:prstGeom prst="rect">
            <a:avLst/>
          </a:prstGeom>
          <a:effectLst>
            <a:outerShdw blurRad="874437" dir="5400000">
              <a:srgbClr val="000000">
                <a:alpha val="15000"/>
              </a:srgbClr>
            </a:outerShdw>
          </a:effectLst>
        </p:spPr>
      </p:pic>
      <p:pic>
        <p:nvPicPr>
          <p:cNvPr id="3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82600" y="469900"/>
            <a:ext cx="17335500" cy="11430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832100" y="660400"/>
            <a:ext cx="762000" cy="7620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57200" y="9817100"/>
            <a:ext cx="17335500" cy="25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5519400" y="2832100"/>
            <a:ext cx="2324100" cy="3175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Pretendard Regular"/>
              </a:rPr>
              <a:t>100%</a:t>
            </a:r>
            <a:endParaRPr lang="en-US" sz="1800" b="0" i="0" u="none" strike="noStrike">
              <a:solidFill>
                <a:srgbClr val="000000"/>
              </a:solidFill>
              <a:latin typeface="Pretendard Regular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4300200" y="2819400"/>
            <a:ext cx="1143000" cy="3302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sz="1900" b="0" i="0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0" i="0" u="none" strike="noStrike">
                <a:solidFill>
                  <a:srgbClr val="000000"/>
                </a:solidFill>
                <a:ea typeface="Pretendard SemiBold"/>
              </a:rPr>
              <a:t>기여도</a:t>
            </a:r>
            <a:endParaRPr lang="ko-KR" sz="1900" b="0" i="0" u="none" strike="noStrike">
              <a:solidFill>
                <a:srgbClr val="000000"/>
              </a:solidFill>
              <a:ea typeface="Pretendard Semi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5519400" y="2489200"/>
            <a:ext cx="2324100" cy="3175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Pretendard Regular"/>
              </a:rPr>
              <a:t>2080.00 - 2080.00</a:t>
            </a:r>
            <a:endParaRPr lang="en-US" sz="1800" b="0" i="0" u="none" strike="noStrike">
              <a:solidFill>
                <a:srgbClr val="000000"/>
              </a:solidFill>
              <a:latin typeface="Pretendard Regular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4300200" y="2476500"/>
            <a:ext cx="1130300" cy="3302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sz="1900" b="0" i="0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0" i="0" u="none" strike="noStrike">
                <a:solidFill>
                  <a:srgbClr val="000000"/>
                </a:solidFill>
                <a:ea typeface="Pretendard SemiBold"/>
              </a:rPr>
              <a:t>제작기간</a:t>
            </a:r>
            <a:endParaRPr lang="ko-KR" sz="1900" b="0" i="0" u="none" strike="noStrike">
              <a:solidFill>
                <a:srgbClr val="000000"/>
              </a:solidFill>
              <a:ea typeface="Pretendard Semi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3822700" y="762000"/>
            <a:ext cx="7632700" cy="6223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ko-KR" sz="3500" b="0" i="0" u="none" strike="noStrike">
                <a:solidFill>
                  <a:srgbClr val="ffffff"/>
                </a:solidFill>
                <a:ea typeface="Pretendard Bold"/>
              </a:rPr>
              <a:t>업무의</a:t>
            </a:r>
            <a:r>
              <a:rPr lang="en-US" sz="3500" b="0" i="0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0" i="0" u="none" strike="noStrike">
                <a:solidFill>
                  <a:srgbClr val="ffffff"/>
                </a:solidFill>
                <a:ea typeface="Pretendard Bold"/>
              </a:rPr>
              <a:t>핵심</a:t>
            </a:r>
            <a:r>
              <a:rPr lang="en-US" sz="3500" b="0" i="0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0" i="0" u="none" strike="noStrike">
                <a:solidFill>
                  <a:srgbClr val="ffffff"/>
                </a:solidFill>
                <a:ea typeface="Pretendard Bold"/>
              </a:rPr>
              <a:t>성과</a:t>
            </a:r>
            <a:endParaRPr lang="ko-KR" sz="3500" b="0" i="0" u="none" strike="noStrike">
              <a:solidFill>
                <a:srgbClr val="ffffff"/>
              </a:solidFill>
              <a:ea typeface="Pretendard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2857500" y="863600"/>
            <a:ext cx="698500" cy="3937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ctr">
              <a:lnSpc>
                <a:spcPct val="99600"/>
              </a:lnSpc>
              <a:defRPr/>
            </a:pPr>
            <a:r>
              <a:rPr lang="en-US" sz="2200" b="0" i="0" u="none" strike="noStrike">
                <a:solidFill>
                  <a:srgbClr val="ffffff"/>
                </a:solidFill>
                <a:latin typeface="Pretendard Bold"/>
              </a:rPr>
              <a:t>02</a:t>
            </a:r>
            <a:endParaRPr lang="en-US" sz="2200" b="0" i="0" u="none" strike="noStrike">
              <a:solidFill>
                <a:srgbClr val="ffffff"/>
              </a:solidFill>
              <a:latin typeface="Pretendard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876300" y="711200"/>
            <a:ext cx="2057400" cy="7112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l">
              <a:lnSpc>
                <a:spcPct val="99600"/>
              </a:lnSpc>
              <a:defRPr/>
            </a:pPr>
            <a:r>
              <a:rPr lang="en-US" sz="4000" b="0" i="0" u="none" strike="noStrike">
                <a:solidFill>
                  <a:srgbClr val="ffffff"/>
                </a:solidFill>
                <a:latin typeface="Pretendard SemiBold"/>
              </a:rPr>
              <a:t>Project</a:t>
            </a:r>
            <a:endParaRPr lang="en-US" sz="4000" b="0" i="0" u="none" strike="noStrike">
              <a:solidFill>
                <a:srgbClr val="ffffff"/>
              </a:solidFill>
              <a:latin typeface="Pretendard Semi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4160500" y="876300"/>
            <a:ext cx="3251200" cy="355600"/>
          </a:xfrm>
          <a:prstGeom prst="rect">
            <a:avLst/>
          </a:prstGeom>
        </p:spPr>
        <p:txBody>
          <a:bodyPr lIns="0" tIns="0" rIns="0" bIns="0" anchor="t"/>
          <a:lstStyle/>
          <a:p>
            <a:pPr lvl="0" algn="r">
              <a:lnSpc>
                <a:spcPct val="99600"/>
              </a:lnSpc>
              <a:defRPr/>
            </a:pPr>
            <a:r>
              <a:rPr lang="en-US" sz="2000" b="0" i="0" u="none" strike="noStrike">
                <a:solidFill>
                  <a:srgbClr val="ffffff"/>
                </a:solidFill>
                <a:latin typeface="Pretendard SemiBold"/>
              </a:rPr>
              <a:t>2080 Kim Mi-ri Portfolio</a:t>
            </a:r>
            <a:endParaRPr lang="en-US" sz="2000" b="0" i="0" u="none" strike="noStrike">
              <a:solidFill>
                <a:srgbClr val="ffffff"/>
              </a:solidFill>
              <a:latin typeface="Pretendard SemiBol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203200" y="2082800"/>
            <a:ext cx="18681700" cy="8382000"/>
          </a:xfrm>
          <a:prstGeom prst="rect">
            <a:avLst/>
          </a:prstGeom>
          <a:effectLst>
            <a:outerShdw dir="5400000" dist="0" blurRad="874437">
              <a:srgbClr val="000000">
                <a:alpha val="15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482600" y="469900"/>
            <a:ext cx="17335500" cy="11430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832100" y="660400"/>
            <a:ext cx="762000" cy="7620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457200" y="9817100"/>
            <a:ext cx="17335500" cy="25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9321800" y="8470900"/>
            <a:ext cx="8483600" cy="11430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482600" y="3606800"/>
            <a:ext cx="8483600" cy="6007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469900" y="3606800"/>
            <a:ext cx="8483600" cy="254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9321800" y="3606800"/>
            <a:ext cx="8470900" cy="254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9321800" y="5207000"/>
            <a:ext cx="8470900" cy="254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9321800" y="6794500"/>
            <a:ext cx="8470900" cy="25400"/>
          </a:xfrm>
          <a:prstGeom prst="rect">
            <a:avLst/>
          </a:prstGeom>
        </p:spPr>
      </p:pic>
      <p:sp>
        <p:nvSpPr>
          <p:cNvPr name="TextBox 12" id="12"/>
          <p:cNvSpPr txBox="true"/>
          <p:nvPr/>
        </p:nvSpPr>
        <p:spPr>
          <a:xfrm rot="0">
            <a:off x="15519400" y="2832100"/>
            <a:ext cx="2324100" cy="317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800" b="false" i="false" u="none" strike="noStrike">
                <a:solidFill>
                  <a:srgbClr val="000000"/>
                </a:solidFill>
                <a:latin typeface="Pretendard Regular"/>
              </a:rPr>
              <a:t>100%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300200" y="2819400"/>
            <a:ext cx="1143000" cy="330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900" b="false" i="false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false" i="false" u="none" strike="noStrike">
                <a:solidFill>
                  <a:srgbClr val="000000"/>
                </a:solidFill>
                <a:ea typeface="Pretendard SemiBold"/>
              </a:rPr>
              <a:t>기여도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5519400" y="2489200"/>
            <a:ext cx="2324100" cy="317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800" b="false" i="false" u="none" strike="noStrike">
                <a:solidFill>
                  <a:srgbClr val="000000"/>
                </a:solidFill>
                <a:latin typeface="Pretendard Regular"/>
              </a:rPr>
              <a:t>2080.00 - 2080.00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300200" y="2476500"/>
            <a:ext cx="1130300" cy="330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900" b="false" i="false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false" i="false" u="none" strike="noStrike">
                <a:solidFill>
                  <a:srgbClr val="000000"/>
                </a:solidFill>
                <a:ea typeface="Pretendard SemiBold"/>
              </a:rPr>
              <a:t>제작기간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82600" y="2463800"/>
            <a:ext cx="12407900" cy="393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24499"/>
              </a:lnSpc>
            </a:pP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프로젝트에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두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줄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이내로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작성해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주세요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822700" y="762000"/>
            <a:ext cx="7632700" cy="622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업무의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핵심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성과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857500" y="863600"/>
            <a:ext cx="698500" cy="393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en-US" sz="2200" b="false" i="false" u="none" strike="noStrike">
                <a:solidFill>
                  <a:srgbClr val="FFFFFF"/>
                </a:solidFill>
                <a:latin typeface="Pretendard Bold"/>
              </a:rPr>
              <a:t>02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76300" y="711200"/>
            <a:ext cx="20574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4000" b="false" i="false" u="none" strike="noStrike">
                <a:solidFill>
                  <a:srgbClr val="FFFFFF"/>
                </a:solidFill>
                <a:latin typeface="Pretendard SemiBold"/>
              </a:rPr>
              <a:t>Result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160500" y="876300"/>
            <a:ext cx="3251200" cy="355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r" lvl="0">
              <a:lnSpc>
                <a:spcPct val="99600"/>
              </a:lnSpc>
            </a:pPr>
            <a:r>
              <a:rPr lang="en-US" sz="2000" b="false" i="false" u="none" strike="noStrike">
                <a:solidFill>
                  <a:srgbClr val="FFFFFF"/>
                </a:solidFill>
                <a:latin typeface="Pretendard SemiBold"/>
              </a:rPr>
              <a:t>2080 Kim Mi-ri Portfolio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537700" y="8648700"/>
            <a:ext cx="8153400" cy="825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300" b="false" i="false" u="none" strike="noStrike">
                <a:solidFill>
                  <a:srgbClr val="FF3C00"/>
                </a:solidFill>
                <a:ea typeface="Pretendard Medium"/>
              </a:rPr>
              <a:t>이곳에</a:t>
            </a:r>
            <a:r>
              <a:rPr lang="en-US" sz="2300" b="false" i="false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false" i="false" u="none" strike="noStrike">
                <a:solidFill>
                  <a:srgbClr val="FF3C00"/>
                </a:solidFill>
                <a:ea typeface="Pretendard Medium"/>
              </a:rPr>
              <a:t>결론을</a:t>
            </a:r>
            <a:r>
              <a:rPr lang="en-US" sz="2300" b="false" i="false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false" i="false" u="none" strike="noStrike">
                <a:solidFill>
                  <a:srgbClr val="FF3C00"/>
                </a:solidFill>
                <a:ea typeface="Pretendard Medium"/>
              </a:rPr>
              <a:t>요약하여</a:t>
            </a:r>
            <a:r>
              <a:rPr lang="en-US" sz="2300" b="false" i="false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false" i="false" u="none" strike="noStrike">
                <a:solidFill>
                  <a:srgbClr val="FF3C00"/>
                </a:solidFill>
                <a:ea typeface="Pretendard Medium"/>
              </a:rPr>
              <a:t>써주세요</a:t>
            </a:r>
            <a:r>
              <a:rPr lang="en-US" sz="2300" b="false" i="false" u="none" strike="noStrike">
                <a:solidFill>
                  <a:srgbClr val="FF3C00"/>
                </a:solidFill>
                <a:latin typeface="Pretendard Medium"/>
              </a:rPr>
              <a:t>.</a:t>
            </a:r>
          </a:p>
          <a:p>
            <a:pPr algn="l" lvl="0">
              <a:lnSpc>
                <a:spcPct val="116199"/>
              </a:lnSpc>
            </a:pPr>
            <a:r>
              <a:rPr lang="ko-KR" sz="2300" b="false" i="false" u="none" strike="noStrike">
                <a:solidFill>
                  <a:srgbClr val="FF3C00"/>
                </a:solidFill>
                <a:ea typeface="Pretendard Medium"/>
              </a:rPr>
              <a:t>경험에</a:t>
            </a:r>
            <a:r>
              <a:rPr lang="en-US" sz="2300" b="false" i="false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false" i="false" u="none" strike="noStrike">
                <a:solidFill>
                  <a:srgbClr val="FF3C00"/>
                </a:solidFill>
                <a:ea typeface="Pretendard Medium"/>
              </a:rPr>
              <a:t>대한</a:t>
            </a:r>
            <a:r>
              <a:rPr lang="en-US" sz="2300" b="false" i="false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false" i="false" u="none" strike="noStrike">
                <a:solidFill>
                  <a:srgbClr val="FF3C00"/>
                </a:solidFill>
                <a:ea typeface="Pretendard Medium"/>
              </a:rPr>
              <a:t>결과를</a:t>
            </a:r>
            <a:r>
              <a:rPr lang="en-US" sz="2300" b="false" i="false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false" i="false" u="none" strike="noStrike">
                <a:solidFill>
                  <a:srgbClr val="FF3C00"/>
                </a:solidFill>
                <a:ea typeface="Pretendard Medium"/>
              </a:rPr>
              <a:t>잘</a:t>
            </a:r>
            <a:r>
              <a:rPr lang="en-US" sz="2300" b="false" i="false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false" i="false" u="none" strike="noStrike">
                <a:solidFill>
                  <a:srgbClr val="FF3C00"/>
                </a:solidFill>
                <a:ea typeface="Pretendard Medium"/>
              </a:rPr>
              <a:t>보여주는</a:t>
            </a:r>
            <a:r>
              <a:rPr lang="en-US" sz="2300" b="false" i="false" u="none" strike="noStrike">
                <a:solidFill>
                  <a:srgbClr val="FF3C00"/>
                </a:solidFill>
                <a:latin typeface="Pretendard Medium"/>
              </a:rPr>
              <a:t> KPI</a:t>
            </a:r>
            <a:r>
              <a:rPr lang="ko-KR" sz="2300" b="false" i="false" u="none" strike="noStrike">
                <a:solidFill>
                  <a:srgbClr val="FF3C00"/>
                </a:solidFill>
                <a:ea typeface="Pretendard Medium"/>
              </a:rPr>
              <a:t>를</a:t>
            </a:r>
            <a:r>
              <a:rPr lang="en-US" sz="2300" b="false" i="false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false" i="false" u="none" strike="noStrike">
                <a:solidFill>
                  <a:srgbClr val="FF3C00"/>
                </a:solidFill>
                <a:ea typeface="Pretendard Medium"/>
              </a:rPr>
              <a:t>간략하게</a:t>
            </a:r>
            <a:r>
              <a:rPr lang="en-US" sz="2300" b="false" i="false" u="none" strike="noStrike">
                <a:solidFill>
                  <a:srgbClr val="FF3C00"/>
                </a:solidFill>
                <a:latin typeface="Pretendard Medium"/>
              </a:rPr>
              <a:t> </a:t>
            </a:r>
            <a:r>
              <a:rPr lang="ko-KR" sz="2300" b="false" i="false" u="none" strike="noStrike">
                <a:solidFill>
                  <a:srgbClr val="FF3C00"/>
                </a:solidFill>
                <a:ea typeface="Pretendard Medium"/>
              </a:rPr>
              <a:t>풀어주세요</a:t>
            </a:r>
            <a:r>
              <a:rPr lang="en-US" sz="2300" b="false" i="false" u="none" strike="noStrike">
                <a:solidFill>
                  <a:srgbClr val="FF3C00"/>
                </a:solidFill>
                <a:latin typeface="Pretendard Medium"/>
              </a:rPr>
              <a:t>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321800" y="4381500"/>
            <a:ext cx="8509000" cy="355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문제해결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액션에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관련된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간단한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321800" y="3822700"/>
            <a:ext cx="85344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2800" b="false" i="false" u="none" strike="noStrike">
                <a:solidFill>
                  <a:srgbClr val="FF3C00"/>
                </a:solidFill>
                <a:latin typeface="Pretendard Bold"/>
              </a:rPr>
              <a:t>|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문제해결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액션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321800" y="5943600"/>
            <a:ext cx="8509000" cy="355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생산성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증가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액션에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관련된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간단한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321800" y="5397500"/>
            <a:ext cx="85344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2800" b="false" i="false" u="none" strike="noStrike">
                <a:solidFill>
                  <a:srgbClr val="FF3C00"/>
                </a:solidFill>
                <a:latin typeface="Pretendard Bold"/>
              </a:rPr>
              <a:t>|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생산성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증가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액션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321800" y="7531100"/>
            <a:ext cx="8509000" cy="355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의사소통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및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협상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액션에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관련된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간단한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321800" y="6985000"/>
            <a:ext cx="85344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2800" b="false" i="false" u="none" strike="noStrike">
                <a:solidFill>
                  <a:srgbClr val="FF3C00"/>
                </a:solidFill>
                <a:latin typeface="Pretendard Bold"/>
              </a:rPr>
              <a:t>|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의사소통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및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협상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액션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203200" y="2082800"/>
            <a:ext cx="18681700" cy="8382000"/>
          </a:xfrm>
          <a:prstGeom prst="rect">
            <a:avLst/>
          </a:prstGeom>
          <a:effectLst>
            <a:outerShdw dir="5400000" dist="0" blurRad="874437">
              <a:srgbClr val="000000">
                <a:alpha val="15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7620000" y="3594100"/>
            <a:ext cx="10198100" cy="60198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469900"/>
            <a:ext cx="17335500" cy="11430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2832100" y="660400"/>
            <a:ext cx="762000" cy="7620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457200" y="3860800"/>
            <a:ext cx="1143000" cy="11430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457200" y="5943600"/>
            <a:ext cx="1143000" cy="11430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457200" y="8039100"/>
            <a:ext cx="1143000" cy="11430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457200" y="9817100"/>
            <a:ext cx="17335500" cy="254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457200" y="3606800"/>
            <a:ext cx="6858000" cy="254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7620000" y="3594100"/>
            <a:ext cx="10198100" cy="254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457200" y="5676900"/>
            <a:ext cx="6858000" cy="254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457200" y="7747000"/>
            <a:ext cx="6858000" cy="254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0">
            <a:off x="7772400" y="3911600"/>
            <a:ext cx="9867900" cy="5537200"/>
          </a:xfrm>
          <a:prstGeom prst="rect">
            <a:avLst/>
          </a:prstGeom>
        </p:spPr>
      </p:pic>
      <p:pic>
        <p:nvPicPr>
          <p:cNvPr name="Picture 15" id="15"/>
          <p:cNvPicPr>
            <a:picLocks noChangeAspect="true"/>
          </p:cNvPicPr>
          <p:nvPr/>
        </p:nvPicPr>
        <p:blipFill>
          <a:blip r:embed="rId13"/>
          <a:stretch>
            <a:fillRect/>
          </a:stretch>
        </p:blipFill>
        <p:spPr>
          <a:xfrm rot="0">
            <a:off x="635000" y="6121400"/>
            <a:ext cx="812800" cy="8128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14"/>
          <a:stretch>
            <a:fillRect/>
          </a:stretch>
        </p:blipFill>
        <p:spPr>
          <a:xfrm rot="0">
            <a:off x="749300" y="8343900"/>
            <a:ext cx="558800" cy="520700"/>
          </a:xfrm>
          <a:prstGeom prst="rect">
            <a:avLst/>
          </a:prstGeom>
        </p:spPr>
      </p:pic>
      <p:pic>
        <p:nvPicPr>
          <p:cNvPr name="Picture 17" id="17"/>
          <p:cNvPicPr>
            <a:picLocks noChangeAspect="true"/>
          </p:cNvPicPr>
          <p:nvPr/>
        </p:nvPicPr>
        <p:blipFill>
          <a:blip r:embed="rId15"/>
          <a:stretch>
            <a:fillRect/>
          </a:stretch>
        </p:blipFill>
        <p:spPr>
          <a:xfrm rot="0">
            <a:off x="660400" y="4025900"/>
            <a:ext cx="812800" cy="812800"/>
          </a:xfrm>
          <a:prstGeom prst="rect">
            <a:avLst/>
          </a:prstGeom>
        </p:spPr>
      </p:pic>
      <p:sp>
        <p:nvSpPr>
          <p:cNvPr name="TextBox 18" id="18"/>
          <p:cNvSpPr txBox="true"/>
          <p:nvPr/>
        </p:nvSpPr>
        <p:spPr>
          <a:xfrm rot="0">
            <a:off x="15519400" y="2832100"/>
            <a:ext cx="2324100" cy="317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800" b="false" i="false" u="none" strike="noStrike">
                <a:solidFill>
                  <a:srgbClr val="000000"/>
                </a:solidFill>
                <a:latin typeface="Pretendard Regular"/>
              </a:rPr>
              <a:t>100%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300200" y="2819400"/>
            <a:ext cx="1143000" cy="330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900" b="false" i="false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false" i="false" u="none" strike="noStrike">
                <a:solidFill>
                  <a:srgbClr val="000000"/>
                </a:solidFill>
                <a:ea typeface="Pretendard SemiBold"/>
              </a:rPr>
              <a:t>기여도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5519400" y="2489200"/>
            <a:ext cx="2324100" cy="317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800" b="false" i="false" u="none" strike="noStrike">
                <a:solidFill>
                  <a:srgbClr val="000000"/>
                </a:solidFill>
                <a:latin typeface="Pretendard Regular"/>
              </a:rPr>
              <a:t>2080.00 - 2080.00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300200" y="2476500"/>
            <a:ext cx="1130300" cy="330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900" b="false" i="false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false" i="false" u="none" strike="noStrike">
                <a:solidFill>
                  <a:srgbClr val="000000"/>
                </a:solidFill>
                <a:ea typeface="Pretendard SemiBold"/>
              </a:rPr>
              <a:t>제작기간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82600" y="2463800"/>
            <a:ext cx="12407900" cy="393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24499"/>
              </a:lnSpc>
            </a:pP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프로젝트에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두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줄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이내로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작성해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주세요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822700" y="762000"/>
            <a:ext cx="7632700" cy="622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프로젝트를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통해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얻은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인사이트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857500" y="863600"/>
            <a:ext cx="698500" cy="393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en-US" sz="2200" b="false" i="false" u="none" strike="noStrike">
                <a:solidFill>
                  <a:srgbClr val="FFFFFF"/>
                </a:solidFill>
                <a:latin typeface="Pretendard Bold"/>
              </a:rPr>
              <a:t>03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876300" y="711200"/>
            <a:ext cx="20574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4000" b="false" i="false" u="none" strike="noStrike">
                <a:solidFill>
                  <a:srgbClr val="FFFFFF"/>
                </a:solidFill>
                <a:latin typeface="Pretendard SemiBold"/>
              </a:rPr>
              <a:t>Project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4160500" y="876300"/>
            <a:ext cx="3251200" cy="355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r" lvl="0">
              <a:lnSpc>
                <a:spcPct val="99600"/>
              </a:lnSpc>
            </a:pPr>
            <a:r>
              <a:rPr lang="en-US" sz="2000" b="false" i="false" u="none" strike="noStrike">
                <a:solidFill>
                  <a:srgbClr val="FFFFFF"/>
                </a:solidFill>
                <a:latin typeface="Pretendard SemiBold"/>
              </a:rPr>
              <a:t>2080 Kim Mi-ri Portfolio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841500" y="4368800"/>
            <a:ext cx="55245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이곳에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고객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니즈에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간단한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두줄로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요약해서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841500" y="3797300"/>
            <a:ext cx="55372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고객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니즈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841500" y="6451600"/>
            <a:ext cx="55245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이곳에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문제상황에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간단한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두줄로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요약해서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841500" y="5880100"/>
            <a:ext cx="55372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문제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or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기회상황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841500" y="8521700"/>
            <a:ext cx="55245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이곳에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비교대상에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간단한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두줄로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요약해서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841500" y="7962900"/>
            <a:ext cx="55372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비교대상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203200" y="2082800"/>
            <a:ext cx="18681700" cy="8382000"/>
          </a:xfrm>
          <a:prstGeom prst="rect">
            <a:avLst/>
          </a:prstGeom>
          <a:effectLst>
            <a:outerShdw dir="5400000" dist="0" blurRad="874437">
              <a:srgbClr val="000000">
                <a:alpha val="15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482600" y="469900"/>
            <a:ext cx="17335500" cy="11430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832100" y="660400"/>
            <a:ext cx="762000" cy="7620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457200" y="5346700"/>
            <a:ext cx="17348200" cy="42672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457200" y="3822700"/>
            <a:ext cx="1143000" cy="11430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6413500" y="3822700"/>
            <a:ext cx="1143000" cy="11430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2331700" y="3822700"/>
            <a:ext cx="1143000" cy="11430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457200" y="9817100"/>
            <a:ext cx="17335500" cy="254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469900" y="3606800"/>
            <a:ext cx="5473700" cy="254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6413500" y="3606800"/>
            <a:ext cx="5473700" cy="254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2331700" y="3606800"/>
            <a:ext cx="5473700" cy="254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698500" y="5486400"/>
            <a:ext cx="16700500" cy="39878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635000" y="3987800"/>
            <a:ext cx="812800" cy="812800"/>
          </a:xfrm>
          <a:prstGeom prst="rect">
            <a:avLst/>
          </a:prstGeom>
        </p:spPr>
      </p:pic>
      <p:pic>
        <p:nvPicPr>
          <p:cNvPr name="Picture 15" id="15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6578600" y="3987800"/>
            <a:ext cx="812800" cy="8128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0">
            <a:off x="12496800" y="3987800"/>
            <a:ext cx="812800" cy="812800"/>
          </a:xfrm>
          <a:prstGeom prst="rect">
            <a:avLst/>
          </a:prstGeom>
        </p:spPr>
      </p:pic>
      <p:sp>
        <p:nvSpPr>
          <p:cNvPr name="TextBox 17" id="17"/>
          <p:cNvSpPr txBox="true"/>
          <p:nvPr/>
        </p:nvSpPr>
        <p:spPr>
          <a:xfrm rot="0">
            <a:off x="15519400" y="2832100"/>
            <a:ext cx="2324100" cy="317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800" b="false" i="false" u="none" strike="noStrike">
                <a:solidFill>
                  <a:srgbClr val="000000"/>
                </a:solidFill>
                <a:latin typeface="Pretendard Regular"/>
              </a:rPr>
              <a:t>100%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300200" y="2819400"/>
            <a:ext cx="1143000" cy="330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900" b="false" i="false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false" i="false" u="none" strike="noStrike">
                <a:solidFill>
                  <a:srgbClr val="000000"/>
                </a:solidFill>
                <a:ea typeface="Pretendard SemiBold"/>
              </a:rPr>
              <a:t>기여도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5519400" y="2489200"/>
            <a:ext cx="2324100" cy="317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800" b="false" i="false" u="none" strike="noStrike">
                <a:solidFill>
                  <a:srgbClr val="000000"/>
                </a:solidFill>
                <a:latin typeface="Pretendard Regular"/>
              </a:rPr>
              <a:t>2080.00 - 2080.00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300200" y="2476500"/>
            <a:ext cx="1130300" cy="330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900" b="false" i="false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false" i="false" u="none" strike="noStrike">
                <a:solidFill>
                  <a:srgbClr val="000000"/>
                </a:solidFill>
                <a:ea typeface="Pretendard SemiBold"/>
              </a:rPr>
              <a:t>제작기간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82600" y="2463800"/>
            <a:ext cx="12407900" cy="393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24499"/>
              </a:lnSpc>
            </a:pP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프로젝트에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두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줄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이내로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작성해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주세요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822700" y="762000"/>
            <a:ext cx="7632700" cy="622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프로젝트를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통해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얻은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인사이트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857500" y="863600"/>
            <a:ext cx="698500" cy="393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en-US" sz="2200" b="false" i="false" u="none" strike="noStrike">
                <a:solidFill>
                  <a:srgbClr val="FFFFFF"/>
                </a:solidFill>
                <a:latin typeface="Pretendard Bold"/>
              </a:rPr>
              <a:t>03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76300" y="711200"/>
            <a:ext cx="20574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4000" b="false" i="false" u="none" strike="noStrike">
                <a:solidFill>
                  <a:srgbClr val="FFFFFF"/>
                </a:solidFill>
                <a:latin typeface="Pretendard SemiBold"/>
              </a:rPr>
              <a:t>Result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160500" y="876300"/>
            <a:ext cx="3251200" cy="355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r" lvl="0">
              <a:lnSpc>
                <a:spcPct val="99600"/>
              </a:lnSpc>
            </a:pPr>
            <a:r>
              <a:rPr lang="en-US" sz="2000" b="false" i="false" u="none" strike="noStrike">
                <a:solidFill>
                  <a:srgbClr val="FFFFFF"/>
                </a:solidFill>
                <a:latin typeface="Pretendard SemiBold"/>
              </a:rPr>
              <a:t>2080 Kim Mi-ri Portfolio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576300" y="4292600"/>
            <a:ext cx="42418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의사소통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및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협상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액션에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관련된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줄로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3614400" y="3771900"/>
            <a:ext cx="42672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의사소통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및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협상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액션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683500" y="4292600"/>
            <a:ext cx="42418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문제해결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액션에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관련된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줄로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683500" y="3771900"/>
            <a:ext cx="42672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생산성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증가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액션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752600" y="4292600"/>
            <a:ext cx="42418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문제해결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액션에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관련된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줄로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752600" y="3771900"/>
            <a:ext cx="42672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문제해결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액션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203200" y="2082800"/>
            <a:ext cx="18681700" cy="8382000"/>
          </a:xfrm>
          <a:prstGeom prst="rect">
            <a:avLst/>
          </a:prstGeom>
          <a:effectLst>
            <a:outerShdw dir="5400000" dist="0" blurRad="874437">
              <a:srgbClr val="000000">
                <a:alpha val="15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482600" y="469900"/>
            <a:ext cx="17335500" cy="11430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832100" y="660400"/>
            <a:ext cx="762000" cy="7620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614400" y="3606800"/>
            <a:ext cx="4191000" cy="2946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9321800" y="3606800"/>
            <a:ext cx="4191000" cy="2946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9321800" y="6654800"/>
            <a:ext cx="8483600" cy="2959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508000" y="4394200"/>
            <a:ext cx="2730500" cy="9525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3390900" y="4394200"/>
            <a:ext cx="2730500" cy="9525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6286500" y="4394200"/>
            <a:ext cx="2730500" cy="9525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457200" y="9817100"/>
            <a:ext cx="17335500" cy="254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457200" y="3606800"/>
            <a:ext cx="8572500" cy="254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457200" y="5676900"/>
            <a:ext cx="8572500" cy="254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457200" y="7747000"/>
            <a:ext cx="8572500" cy="25400"/>
          </a:xfrm>
          <a:prstGeom prst="rect">
            <a:avLst/>
          </a:prstGeom>
        </p:spPr>
      </p:pic>
      <p:pic>
        <p:nvPicPr>
          <p:cNvPr name="Picture 15" id="15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0">
            <a:off x="9321800" y="3606800"/>
            <a:ext cx="4191000" cy="254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13"/>
          <a:stretch>
            <a:fillRect/>
          </a:stretch>
        </p:blipFill>
        <p:spPr>
          <a:xfrm rot="0">
            <a:off x="9321800" y="6654800"/>
            <a:ext cx="8483600" cy="25400"/>
          </a:xfrm>
          <a:prstGeom prst="rect">
            <a:avLst/>
          </a:prstGeom>
        </p:spPr>
      </p:pic>
      <p:pic>
        <p:nvPicPr>
          <p:cNvPr name="Picture 17" id="17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0">
            <a:off x="13601700" y="3606800"/>
            <a:ext cx="4191000" cy="25400"/>
          </a:xfrm>
          <a:prstGeom prst="rect">
            <a:avLst/>
          </a:prstGeom>
        </p:spPr>
      </p:pic>
      <p:sp>
        <p:nvSpPr>
          <p:cNvPr name="TextBox 18" id="18"/>
          <p:cNvSpPr txBox="true"/>
          <p:nvPr/>
        </p:nvSpPr>
        <p:spPr>
          <a:xfrm rot="0">
            <a:off x="15519400" y="2832100"/>
            <a:ext cx="2324100" cy="317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800" b="false" i="false" u="none" strike="noStrike">
                <a:solidFill>
                  <a:srgbClr val="000000"/>
                </a:solidFill>
                <a:latin typeface="Pretendard Regular"/>
              </a:rPr>
              <a:t>100%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300200" y="2819400"/>
            <a:ext cx="1143000" cy="330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900" b="false" i="false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false" i="false" u="none" strike="noStrike">
                <a:solidFill>
                  <a:srgbClr val="000000"/>
                </a:solidFill>
                <a:ea typeface="Pretendard SemiBold"/>
              </a:rPr>
              <a:t>기여도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5519400" y="2489200"/>
            <a:ext cx="2324100" cy="317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800" b="false" i="false" u="none" strike="noStrike">
                <a:solidFill>
                  <a:srgbClr val="000000"/>
                </a:solidFill>
                <a:latin typeface="Pretendard Regular"/>
              </a:rPr>
              <a:t>2080.00 - 2080.00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300200" y="2476500"/>
            <a:ext cx="1130300" cy="330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900" b="false" i="false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false" i="false" u="none" strike="noStrike">
                <a:solidFill>
                  <a:srgbClr val="000000"/>
                </a:solidFill>
                <a:ea typeface="Pretendard SemiBold"/>
              </a:rPr>
              <a:t>제작기간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82600" y="2463800"/>
            <a:ext cx="12407900" cy="393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24499"/>
              </a:lnSpc>
            </a:pP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프로젝트에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두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줄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이내로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작성해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주세요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822700" y="762000"/>
            <a:ext cx="7632700" cy="622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업무를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수행하며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얻은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개선점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857500" y="863600"/>
            <a:ext cx="698500" cy="393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en-US" sz="2200" b="false" i="false" u="none" strike="noStrike">
                <a:solidFill>
                  <a:srgbClr val="FFFFFF"/>
                </a:solidFill>
                <a:latin typeface="Pretendard Bold"/>
              </a:rPr>
              <a:t>04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876300" y="711200"/>
            <a:ext cx="20574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4000" b="false" i="false" u="none" strike="noStrike">
                <a:solidFill>
                  <a:srgbClr val="FFFFFF"/>
                </a:solidFill>
                <a:latin typeface="Pretendard SemiBold"/>
              </a:rPr>
              <a:t>Project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4160500" y="876300"/>
            <a:ext cx="3251200" cy="355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r" lvl="0">
              <a:lnSpc>
                <a:spcPct val="99600"/>
              </a:lnSpc>
            </a:pPr>
            <a:r>
              <a:rPr lang="en-US" sz="2000" b="false" i="false" u="none" strike="noStrike">
                <a:solidFill>
                  <a:srgbClr val="FFFFFF"/>
                </a:solidFill>
                <a:latin typeface="Pretendard SemiBold"/>
              </a:rPr>
              <a:t>2080 Kim Mi-ri Portfolio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57200" y="3797300"/>
            <a:ext cx="86360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2800" b="false" i="false" u="none" strike="noStrike">
                <a:solidFill>
                  <a:srgbClr val="FF3C00"/>
                </a:solidFill>
                <a:latin typeface="Pretendard Bold"/>
              </a:rPr>
              <a:t>|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고객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니즈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457200" y="6489700"/>
            <a:ext cx="55245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이곳에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문제상황에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간단한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두줄로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요약해서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457200" y="5880100"/>
            <a:ext cx="55372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2800" b="false" i="false" u="none" strike="noStrike">
                <a:solidFill>
                  <a:srgbClr val="FF3C00"/>
                </a:solidFill>
                <a:latin typeface="Pretendard Bold"/>
              </a:rPr>
              <a:t>|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문제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or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기회상황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457200" y="8559800"/>
            <a:ext cx="55245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이곳에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비교대상에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간단한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두줄로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요약해서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57200" y="7962900"/>
            <a:ext cx="55372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2800" b="false" i="false" u="none" strike="noStrike">
                <a:solidFill>
                  <a:srgbClr val="FF3C00"/>
                </a:solidFill>
                <a:latin typeface="Pretendard Bold"/>
              </a:rPr>
              <a:t>|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비교대상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09600" y="4711700"/>
            <a:ext cx="2514600" cy="355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고객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니즈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1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505200" y="4711700"/>
            <a:ext cx="2514600" cy="355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고객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니즈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2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388100" y="4711700"/>
            <a:ext cx="2514600" cy="355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고객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니즈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3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203200" y="2082800"/>
            <a:ext cx="18681700" cy="8382000"/>
          </a:xfrm>
          <a:prstGeom prst="rect">
            <a:avLst/>
          </a:prstGeom>
          <a:effectLst>
            <a:outerShdw dir="5400000" dist="0" blurRad="874437">
              <a:srgbClr val="000000">
                <a:alpha val="15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482600" y="469900"/>
            <a:ext cx="17335500" cy="11430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832100" y="660400"/>
            <a:ext cx="762000" cy="7620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457200" y="9817100"/>
            <a:ext cx="17335500" cy="25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8000" y="4394200"/>
            <a:ext cx="4660900" cy="9525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5791200" y="4394200"/>
            <a:ext cx="4673600" cy="9525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8000" y="6464300"/>
            <a:ext cx="4660900" cy="9525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5791200" y="6464300"/>
            <a:ext cx="4673600" cy="9525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508000" y="8547100"/>
            <a:ext cx="4660900" cy="9525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5791200" y="8547100"/>
            <a:ext cx="4673600" cy="9525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4287500" y="3619500"/>
            <a:ext cx="3530600" cy="17145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0680700" y="3619500"/>
            <a:ext cx="3530600" cy="17145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4287500" y="5689600"/>
            <a:ext cx="3530600" cy="1714500"/>
          </a:xfrm>
          <a:prstGeom prst="rect">
            <a:avLst/>
          </a:prstGeom>
        </p:spPr>
      </p:pic>
      <p:pic>
        <p:nvPicPr>
          <p:cNvPr name="Picture 15" id="15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14287500" y="7759700"/>
            <a:ext cx="3530600" cy="17145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0">
            <a:off x="10680700" y="7759700"/>
            <a:ext cx="3530600" cy="1714500"/>
          </a:xfrm>
          <a:prstGeom prst="rect">
            <a:avLst/>
          </a:prstGeom>
        </p:spPr>
      </p:pic>
      <p:pic>
        <p:nvPicPr>
          <p:cNvPr name="Picture 17" id="17"/>
          <p:cNvPicPr>
            <a:picLocks noChangeAspect="true"/>
          </p:cNvPicPr>
          <p:nvPr/>
        </p:nvPicPr>
        <p:blipFill>
          <a:blip r:embed="rId13"/>
          <a:stretch>
            <a:fillRect/>
          </a:stretch>
        </p:blipFill>
        <p:spPr>
          <a:xfrm rot="0">
            <a:off x="10680700" y="5689600"/>
            <a:ext cx="3530600" cy="1714500"/>
          </a:xfrm>
          <a:prstGeom prst="rect">
            <a:avLst/>
          </a:prstGeom>
        </p:spPr>
      </p:pic>
      <p:grpSp>
        <p:nvGrpSpPr>
          <p:cNvPr name="Group 18" id="18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19" id="19"/>
          <p:cNvPicPr>
            <a:picLocks noChangeAspect="true"/>
          </p:cNvPicPr>
          <p:nvPr/>
        </p:nvPicPr>
        <p:blipFill>
          <a:blip r:embed="rId14"/>
          <a:stretch>
            <a:fillRect/>
          </a:stretch>
        </p:blipFill>
        <p:spPr>
          <a:xfrm rot="0">
            <a:off x="5257800" y="4622800"/>
            <a:ext cx="444500" cy="444500"/>
          </a:xfrm>
          <a:prstGeom prst="rect">
            <a:avLst/>
          </a:prstGeom>
        </p:spPr>
      </p:pic>
      <p:pic>
        <p:nvPicPr>
          <p:cNvPr name="Picture 20" id="20"/>
          <p:cNvPicPr>
            <a:picLocks noChangeAspect="true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5384800" y="4762500"/>
            <a:ext cx="177800" cy="177800"/>
          </a:xfrm>
          <a:prstGeom prst="rect">
            <a:avLst/>
          </a:prstGeom>
        </p:spPr>
      </p:pic>
      <p:grpSp>
        <p:nvGrpSpPr>
          <p:cNvPr name="Group 21" id="21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22" id="22"/>
          <p:cNvPicPr>
            <a:picLocks noChangeAspect="true"/>
          </p:cNvPicPr>
          <p:nvPr/>
        </p:nvPicPr>
        <p:blipFill>
          <a:blip r:embed="rId14"/>
          <a:stretch>
            <a:fillRect/>
          </a:stretch>
        </p:blipFill>
        <p:spPr>
          <a:xfrm rot="0">
            <a:off x="5257800" y="6692900"/>
            <a:ext cx="444500" cy="444500"/>
          </a:xfrm>
          <a:prstGeom prst="rect">
            <a:avLst/>
          </a:prstGeom>
        </p:spPr>
      </p:pic>
      <p:pic>
        <p:nvPicPr>
          <p:cNvPr name="Picture 23" id="23"/>
          <p:cNvPicPr>
            <a:picLocks noChangeAspect="true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5384800" y="6832600"/>
            <a:ext cx="177800" cy="177800"/>
          </a:xfrm>
          <a:prstGeom prst="rect">
            <a:avLst/>
          </a:prstGeom>
        </p:spPr>
      </p:pic>
      <p:grpSp>
        <p:nvGrpSpPr>
          <p:cNvPr name="Group 24" id="24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25" id="25"/>
          <p:cNvPicPr>
            <a:picLocks noChangeAspect="true"/>
          </p:cNvPicPr>
          <p:nvPr/>
        </p:nvPicPr>
        <p:blipFill>
          <a:blip r:embed="rId14"/>
          <a:stretch>
            <a:fillRect/>
          </a:stretch>
        </p:blipFill>
        <p:spPr>
          <a:xfrm rot="0">
            <a:off x="5257800" y="8775700"/>
            <a:ext cx="444500" cy="444500"/>
          </a:xfrm>
          <a:prstGeom prst="rect">
            <a:avLst/>
          </a:prstGeom>
        </p:spPr>
      </p:pic>
      <p:pic>
        <p:nvPicPr>
          <p:cNvPr name="Picture 26" id="26"/>
          <p:cNvPicPr>
            <a:picLocks noChangeAspect="true"/>
          </p:cNvPicPr>
          <p:nvPr/>
        </p:nvPicPr>
        <p:blipFill>
          <a:blip r:embed="rId15"/>
          <a:stretch>
            <a:fillRect/>
          </a:stretch>
        </p:blipFill>
        <p:spPr>
          <a:xfrm rot="2700000">
            <a:off x="5384800" y="8902700"/>
            <a:ext cx="177800" cy="177800"/>
          </a:xfrm>
          <a:prstGeom prst="rect">
            <a:avLst/>
          </a:prstGeom>
        </p:spPr>
      </p:pic>
      <p:pic>
        <p:nvPicPr>
          <p:cNvPr name="Picture 27" id="27"/>
          <p:cNvPicPr>
            <a:picLocks noChangeAspect="true"/>
          </p:cNvPicPr>
          <p:nvPr/>
        </p:nvPicPr>
        <p:blipFill>
          <a:blip r:embed="rId16"/>
          <a:stretch>
            <a:fillRect/>
          </a:stretch>
        </p:blipFill>
        <p:spPr>
          <a:xfrm rot="0">
            <a:off x="457200" y="3606800"/>
            <a:ext cx="10007600" cy="25400"/>
          </a:xfrm>
          <a:prstGeom prst="rect">
            <a:avLst/>
          </a:prstGeom>
        </p:spPr>
      </p:pic>
      <p:pic>
        <p:nvPicPr>
          <p:cNvPr name="Picture 28" id="28"/>
          <p:cNvPicPr>
            <a:picLocks noChangeAspect="true"/>
          </p:cNvPicPr>
          <p:nvPr/>
        </p:nvPicPr>
        <p:blipFill>
          <a:blip r:embed="rId17"/>
          <a:stretch>
            <a:fillRect/>
          </a:stretch>
        </p:blipFill>
        <p:spPr>
          <a:xfrm rot="0">
            <a:off x="457200" y="5676900"/>
            <a:ext cx="10007600" cy="25400"/>
          </a:xfrm>
          <a:prstGeom prst="rect">
            <a:avLst/>
          </a:prstGeom>
        </p:spPr>
      </p:pic>
      <p:pic>
        <p:nvPicPr>
          <p:cNvPr name="Picture 29" id="29"/>
          <p:cNvPicPr>
            <a:picLocks noChangeAspect="true"/>
          </p:cNvPicPr>
          <p:nvPr/>
        </p:nvPicPr>
        <p:blipFill>
          <a:blip r:embed="rId18"/>
          <a:stretch>
            <a:fillRect/>
          </a:stretch>
        </p:blipFill>
        <p:spPr>
          <a:xfrm rot="0">
            <a:off x="457200" y="7747000"/>
            <a:ext cx="10007600" cy="25400"/>
          </a:xfrm>
          <a:prstGeom prst="rect">
            <a:avLst/>
          </a:prstGeom>
        </p:spPr>
      </p:pic>
      <p:pic>
        <p:nvPicPr>
          <p:cNvPr name="Picture 30" id="30"/>
          <p:cNvPicPr>
            <a:picLocks noChangeAspect="true"/>
          </p:cNvPicPr>
          <p:nvPr/>
        </p:nvPicPr>
        <p:blipFill>
          <a:blip r:embed="rId19"/>
          <a:stretch>
            <a:fillRect/>
          </a:stretch>
        </p:blipFill>
        <p:spPr>
          <a:xfrm rot="0">
            <a:off x="14274800" y="3606800"/>
            <a:ext cx="3530600" cy="12700"/>
          </a:xfrm>
          <a:prstGeom prst="rect">
            <a:avLst/>
          </a:prstGeom>
        </p:spPr>
      </p:pic>
      <p:pic>
        <p:nvPicPr>
          <p:cNvPr name="Picture 31" id="31"/>
          <p:cNvPicPr>
            <a:picLocks noChangeAspect="true"/>
          </p:cNvPicPr>
          <p:nvPr/>
        </p:nvPicPr>
        <p:blipFill>
          <a:blip r:embed="rId19"/>
          <a:stretch>
            <a:fillRect/>
          </a:stretch>
        </p:blipFill>
        <p:spPr>
          <a:xfrm rot="0">
            <a:off x="10680700" y="3606800"/>
            <a:ext cx="3530600" cy="12700"/>
          </a:xfrm>
          <a:prstGeom prst="rect">
            <a:avLst/>
          </a:prstGeom>
        </p:spPr>
      </p:pic>
      <p:pic>
        <p:nvPicPr>
          <p:cNvPr name="Picture 32" id="32"/>
          <p:cNvPicPr>
            <a:picLocks noChangeAspect="true"/>
          </p:cNvPicPr>
          <p:nvPr/>
        </p:nvPicPr>
        <p:blipFill>
          <a:blip r:embed="rId19"/>
          <a:stretch>
            <a:fillRect/>
          </a:stretch>
        </p:blipFill>
        <p:spPr>
          <a:xfrm rot="0">
            <a:off x="14274800" y="5676900"/>
            <a:ext cx="3530600" cy="12700"/>
          </a:xfrm>
          <a:prstGeom prst="rect">
            <a:avLst/>
          </a:prstGeom>
        </p:spPr>
      </p:pic>
      <p:pic>
        <p:nvPicPr>
          <p:cNvPr name="Picture 33" id="33"/>
          <p:cNvPicPr>
            <a:picLocks noChangeAspect="true"/>
          </p:cNvPicPr>
          <p:nvPr/>
        </p:nvPicPr>
        <p:blipFill>
          <a:blip r:embed="rId19"/>
          <a:stretch>
            <a:fillRect/>
          </a:stretch>
        </p:blipFill>
        <p:spPr>
          <a:xfrm rot="0">
            <a:off x="10680700" y="5676900"/>
            <a:ext cx="3530600" cy="12700"/>
          </a:xfrm>
          <a:prstGeom prst="rect">
            <a:avLst/>
          </a:prstGeom>
        </p:spPr>
      </p:pic>
      <p:pic>
        <p:nvPicPr>
          <p:cNvPr name="Picture 34" id="34"/>
          <p:cNvPicPr>
            <a:picLocks noChangeAspect="true"/>
          </p:cNvPicPr>
          <p:nvPr/>
        </p:nvPicPr>
        <p:blipFill>
          <a:blip r:embed="rId19"/>
          <a:stretch>
            <a:fillRect/>
          </a:stretch>
        </p:blipFill>
        <p:spPr>
          <a:xfrm rot="0">
            <a:off x="14274800" y="7747000"/>
            <a:ext cx="3530600" cy="12700"/>
          </a:xfrm>
          <a:prstGeom prst="rect">
            <a:avLst/>
          </a:prstGeom>
        </p:spPr>
      </p:pic>
      <p:pic>
        <p:nvPicPr>
          <p:cNvPr name="Picture 35" id="35"/>
          <p:cNvPicPr>
            <a:picLocks noChangeAspect="true"/>
          </p:cNvPicPr>
          <p:nvPr/>
        </p:nvPicPr>
        <p:blipFill>
          <a:blip r:embed="rId19"/>
          <a:stretch>
            <a:fillRect/>
          </a:stretch>
        </p:blipFill>
        <p:spPr>
          <a:xfrm rot="0">
            <a:off x="10680700" y="7747000"/>
            <a:ext cx="3530600" cy="12700"/>
          </a:xfrm>
          <a:prstGeom prst="rect">
            <a:avLst/>
          </a:prstGeom>
        </p:spPr>
      </p:pic>
      <p:sp>
        <p:nvSpPr>
          <p:cNvPr name="TextBox 36" id="36"/>
          <p:cNvSpPr txBox="true"/>
          <p:nvPr/>
        </p:nvSpPr>
        <p:spPr>
          <a:xfrm rot="0">
            <a:off x="15519400" y="2832100"/>
            <a:ext cx="2324100" cy="317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800" b="false" i="false" u="none" strike="noStrike">
                <a:solidFill>
                  <a:srgbClr val="000000"/>
                </a:solidFill>
                <a:latin typeface="Pretendard Regular"/>
              </a:rPr>
              <a:t>100%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4300200" y="2819400"/>
            <a:ext cx="1143000" cy="330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900" b="false" i="false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false" i="false" u="none" strike="noStrike">
                <a:solidFill>
                  <a:srgbClr val="000000"/>
                </a:solidFill>
                <a:ea typeface="Pretendard SemiBold"/>
              </a:rPr>
              <a:t>기여도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5519400" y="2489200"/>
            <a:ext cx="2324100" cy="317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800" b="false" i="false" u="none" strike="noStrike">
                <a:solidFill>
                  <a:srgbClr val="000000"/>
                </a:solidFill>
                <a:latin typeface="Pretendard Regular"/>
              </a:rPr>
              <a:t>2080.00 - 2080.00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4300200" y="2476500"/>
            <a:ext cx="1130300" cy="330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900" b="false" i="false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false" i="false" u="none" strike="noStrike">
                <a:solidFill>
                  <a:srgbClr val="000000"/>
                </a:solidFill>
                <a:ea typeface="Pretendard SemiBold"/>
              </a:rPr>
              <a:t>제작기간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482600" y="2463800"/>
            <a:ext cx="12407900" cy="393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24499"/>
              </a:lnSpc>
            </a:pP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프로젝트에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두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줄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이내로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작성해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주세요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3822700" y="762000"/>
            <a:ext cx="7632700" cy="622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업무를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수행하며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얻은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개선점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2857500" y="863600"/>
            <a:ext cx="698500" cy="393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en-US" sz="2200" b="false" i="false" u="none" strike="noStrike">
                <a:solidFill>
                  <a:srgbClr val="FFFFFF"/>
                </a:solidFill>
                <a:latin typeface="Pretendard Bold"/>
              </a:rPr>
              <a:t>04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876300" y="711200"/>
            <a:ext cx="20574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4000" b="false" i="false" u="none" strike="noStrike">
                <a:solidFill>
                  <a:srgbClr val="FFFFFF"/>
                </a:solidFill>
                <a:latin typeface="Pretendard SemiBold"/>
              </a:rPr>
              <a:t>Result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4160500" y="876300"/>
            <a:ext cx="3251200" cy="355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r" lvl="0">
              <a:lnSpc>
                <a:spcPct val="99600"/>
              </a:lnSpc>
            </a:pPr>
            <a:r>
              <a:rPr lang="en-US" sz="2000" b="false" i="false" u="none" strike="noStrike">
                <a:solidFill>
                  <a:srgbClr val="FFFFFF"/>
                </a:solidFill>
                <a:latin typeface="Pretendard SemiBold"/>
              </a:rPr>
              <a:t>2080 Kim Mi-ri Portfolio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457200" y="3797300"/>
            <a:ext cx="86360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2800" b="false" i="false" u="none" strike="noStrike">
                <a:solidFill>
                  <a:srgbClr val="FF3C00"/>
                </a:solidFill>
                <a:latin typeface="Pretendard Bold"/>
              </a:rPr>
              <a:t>|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문제해결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액션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457200" y="5880100"/>
            <a:ext cx="55372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2800" b="false" i="false" u="none" strike="noStrike">
                <a:solidFill>
                  <a:srgbClr val="FF3C00"/>
                </a:solidFill>
                <a:latin typeface="Pretendard Bold"/>
              </a:rPr>
              <a:t>|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생산성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증가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액션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457200" y="7962900"/>
            <a:ext cx="55372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2800" b="false" i="false" u="none" strike="noStrike">
                <a:solidFill>
                  <a:srgbClr val="FF3C00"/>
                </a:solidFill>
                <a:latin typeface="Pretendard Bold"/>
              </a:rPr>
              <a:t>|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의사소통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협상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액션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609600" y="4521200"/>
            <a:ext cx="44450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이곳에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문제해결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액션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방법에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</a:p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5905500" y="4521200"/>
            <a:ext cx="44450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이곳에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문제해결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액션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결과에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</a:p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609600" y="6591300"/>
            <a:ext cx="44450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이곳에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생산성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증가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액션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방법에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</a:p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5905500" y="6591300"/>
            <a:ext cx="44450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이곳에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생산성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증가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액션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결과에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</a:p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609600" y="8674100"/>
            <a:ext cx="44450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이곳에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의사소통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협상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액션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방법에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</a:p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5905500" y="8674100"/>
            <a:ext cx="44450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이곳에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의사소통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협상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액션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결과에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</a:p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203200" y="2082800"/>
            <a:ext cx="18681700" cy="8382000"/>
          </a:xfrm>
          <a:prstGeom prst="rect">
            <a:avLst/>
          </a:prstGeom>
          <a:effectLst>
            <a:outerShdw dir="5400000" dist="0" blurRad="874437">
              <a:srgbClr val="000000">
                <a:alpha val="15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482600" y="469900"/>
            <a:ext cx="17335500" cy="11430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832100" y="660400"/>
            <a:ext cx="762000" cy="7620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457200" y="9817100"/>
            <a:ext cx="17335500" cy="25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482600" y="3606800"/>
            <a:ext cx="5473700" cy="60071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482600" y="3606800"/>
            <a:ext cx="5473700" cy="254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6375400" y="3606800"/>
            <a:ext cx="11430000" cy="254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6375400" y="6705600"/>
            <a:ext cx="11430000" cy="254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6375400" y="4432300"/>
            <a:ext cx="3619500" cy="9525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0287000" y="4432300"/>
            <a:ext cx="3619500" cy="9525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4198600" y="4432300"/>
            <a:ext cx="3619500" cy="9525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6362700" y="7073900"/>
            <a:ext cx="3619500" cy="9525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10274300" y="7073900"/>
            <a:ext cx="3619500" cy="952500"/>
          </a:xfrm>
          <a:prstGeom prst="rect">
            <a:avLst/>
          </a:prstGeom>
        </p:spPr>
      </p:pic>
      <p:pic>
        <p:nvPicPr>
          <p:cNvPr name="Picture 15" id="15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0">
            <a:off x="14173200" y="7073900"/>
            <a:ext cx="3619500" cy="952500"/>
          </a:xfrm>
          <a:prstGeom prst="rect">
            <a:avLst/>
          </a:prstGeom>
        </p:spPr>
      </p:pic>
      <p:sp>
        <p:nvSpPr>
          <p:cNvPr name="TextBox 16" id="16"/>
          <p:cNvSpPr txBox="true"/>
          <p:nvPr/>
        </p:nvSpPr>
        <p:spPr>
          <a:xfrm rot="0">
            <a:off x="15519400" y="2832100"/>
            <a:ext cx="2324100" cy="317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800" b="false" i="false" u="none" strike="noStrike">
                <a:solidFill>
                  <a:srgbClr val="000000"/>
                </a:solidFill>
                <a:latin typeface="Pretendard Regular"/>
              </a:rPr>
              <a:t>100%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4300200" y="2819400"/>
            <a:ext cx="1143000" cy="330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900" b="false" i="false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false" i="false" u="none" strike="noStrike">
                <a:solidFill>
                  <a:srgbClr val="000000"/>
                </a:solidFill>
                <a:ea typeface="Pretendard SemiBold"/>
              </a:rPr>
              <a:t>기여도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5519400" y="2489200"/>
            <a:ext cx="2324100" cy="317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800" b="false" i="false" u="none" strike="noStrike">
                <a:solidFill>
                  <a:srgbClr val="000000"/>
                </a:solidFill>
                <a:latin typeface="Pretendard Regular"/>
              </a:rPr>
              <a:t>2080.00 - 2080.00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300200" y="2476500"/>
            <a:ext cx="1130300" cy="330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900" b="false" i="false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false" i="false" u="none" strike="noStrike">
                <a:solidFill>
                  <a:srgbClr val="000000"/>
                </a:solidFill>
                <a:ea typeface="Pretendard SemiBold"/>
              </a:rPr>
              <a:t>제작기간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82600" y="2463800"/>
            <a:ext cx="12407900" cy="393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24499"/>
              </a:lnSpc>
            </a:pP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프로젝트에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두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줄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이내로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작성해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주세요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22700" y="762000"/>
            <a:ext cx="7632700" cy="622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가장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의미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있었던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협업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857500" y="863600"/>
            <a:ext cx="698500" cy="393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en-US" sz="2200" b="false" i="false" u="none" strike="noStrike">
                <a:solidFill>
                  <a:srgbClr val="FFFFFF"/>
                </a:solidFill>
                <a:latin typeface="Pretendard Bold"/>
              </a:rPr>
              <a:t>05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76300" y="711200"/>
            <a:ext cx="20574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4000" b="false" i="false" u="none" strike="noStrike">
                <a:solidFill>
                  <a:srgbClr val="FFFFFF"/>
                </a:solidFill>
                <a:latin typeface="Pretendard SemiBold"/>
              </a:rPr>
              <a:t>Project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160500" y="876300"/>
            <a:ext cx="3251200" cy="355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r" lvl="0">
              <a:lnSpc>
                <a:spcPct val="99600"/>
              </a:lnSpc>
            </a:pPr>
            <a:r>
              <a:rPr lang="en-US" sz="2000" b="false" i="false" u="none" strike="noStrike">
                <a:solidFill>
                  <a:srgbClr val="FFFFFF"/>
                </a:solidFill>
                <a:latin typeface="Pretendard SemiBold"/>
              </a:rPr>
              <a:t>2080 Kim Mi-ri Portfolio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375400" y="3797300"/>
            <a:ext cx="5537200" cy="495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프로젝트</a:t>
            </a:r>
            <a:r>
              <a:rPr lang="en-US" sz="28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800" b="false" i="false" u="none" strike="noStrike">
                <a:solidFill>
                  <a:srgbClr val="000000"/>
                </a:solidFill>
                <a:ea typeface="Pretendard Bold"/>
              </a:rPr>
              <a:t>배경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934200" y="4749800"/>
            <a:ext cx="2514600" cy="355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000" b="false" i="false" u="none" strike="noStrike">
                <a:solidFill>
                  <a:srgbClr val="FF3C00"/>
                </a:solidFill>
                <a:latin typeface="Pretendard Medium"/>
              </a:rPr>
              <a:t>Keyword 1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845800" y="4749800"/>
            <a:ext cx="2514600" cy="355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000" b="false" i="false" u="none" strike="noStrike">
                <a:solidFill>
                  <a:srgbClr val="FF3C00"/>
                </a:solidFill>
                <a:latin typeface="Pretendard Medium"/>
              </a:rPr>
              <a:t>Keyword 2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744700" y="4749800"/>
            <a:ext cx="2514600" cy="355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en-US" sz="2000" b="false" i="false" u="none" strike="noStrike">
                <a:solidFill>
                  <a:srgbClr val="FF3C00"/>
                </a:solidFill>
                <a:latin typeface="Pretendard Medium"/>
              </a:rPr>
              <a:t>Keyword 3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6413500" y="5626100"/>
            <a:ext cx="114554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해당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프로젝트에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배경설명을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하는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부분입니다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간단한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이내로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작성해주세요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324600" y="8343900"/>
            <a:ext cx="3670300" cy="10668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이곳에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고객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니즈에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간단한</a:t>
            </a:r>
          </a:p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두줄로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요약해서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</a:p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629400" y="7340600"/>
            <a:ext cx="30988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2500" b="false" i="false" u="none" strike="noStrike">
                <a:solidFill>
                  <a:srgbClr val="000000"/>
                </a:solidFill>
                <a:ea typeface="Pretendard Bold"/>
              </a:rPr>
              <a:t>고객</a:t>
            </a:r>
            <a:r>
              <a:rPr lang="en-US" sz="25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500" b="false" i="false" u="none" strike="noStrike">
                <a:solidFill>
                  <a:srgbClr val="000000"/>
                </a:solidFill>
                <a:ea typeface="Pretendard Bold"/>
              </a:rPr>
              <a:t>니즈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528300" y="7340600"/>
            <a:ext cx="30988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2500" b="false" i="false" u="none" strike="noStrike">
                <a:solidFill>
                  <a:srgbClr val="000000"/>
                </a:solidFill>
                <a:ea typeface="Pretendard Bold"/>
              </a:rPr>
              <a:t>문제</a:t>
            </a:r>
            <a:r>
              <a:rPr lang="en-US" sz="2500" b="false" i="false" u="none" strike="noStrike">
                <a:solidFill>
                  <a:srgbClr val="000000"/>
                </a:solidFill>
                <a:latin typeface="Pretendard Bold"/>
              </a:rPr>
              <a:t> OR </a:t>
            </a:r>
            <a:r>
              <a:rPr lang="ko-KR" sz="2500" b="false" i="false" u="none" strike="noStrike">
                <a:solidFill>
                  <a:srgbClr val="000000"/>
                </a:solidFill>
                <a:ea typeface="Pretendard Bold"/>
              </a:rPr>
              <a:t>기회상황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439900" y="7340600"/>
            <a:ext cx="30988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2500" b="false" i="false" u="none" strike="noStrike">
                <a:solidFill>
                  <a:srgbClr val="000000"/>
                </a:solidFill>
                <a:ea typeface="Pretendard Bold"/>
              </a:rPr>
              <a:t>비교대상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248900" y="8343900"/>
            <a:ext cx="3670300" cy="10668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이곳에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문제상황에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간단한</a:t>
            </a:r>
          </a:p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두줄로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요약해서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</a:p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4147800" y="8343900"/>
            <a:ext cx="3670300" cy="10668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이곳에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비교대상에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간단한</a:t>
            </a:r>
          </a:p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두줄로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요약해서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</a:p>
          <a:p>
            <a:pPr algn="ctr" lvl="0">
              <a:lnSpc>
                <a:spcPct val="116199"/>
              </a:lnSpc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203200" y="2082800"/>
            <a:ext cx="18681700" cy="8382000"/>
          </a:xfrm>
          <a:prstGeom prst="rect">
            <a:avLst/>
          </a:prstGeom>
          <a:effectLst>
            <a:outerShdw dir="5400000" dist="0" blurRad="874437">
              <a:srgbClr val="000000">
                <a:alpha val="15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482600" y="469900"/>
            <a:ext cx="17335500" cy="11430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482600" y="9817100"/>
            <a:ext cx="17335500" cy="254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2832100" y="660400"/>
            <a:ext cx="762000" cy="7620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469900" y="3606800"/>
            <a:ext cx="5473700" cy="34671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6413500" y="3606800"/>
            <a:ext cx="5473700" cy="34671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2331700" y="3606800"/>
            <a:ext cx="5473700" cy="34671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469900" y="3606800"/>
            <a:ext cx="5473700" cy="254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6413500" y="3606800"/>
            <a:ext cx="5473700" cy="254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2331700" y="3606800"/>
            <a:ext cx="5473700" cy="254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482600" y="7493000"/>
            <a:ext cx="5448300" cy="9525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6426200" y="7493000"/>
            <a:ext cx="5448300" cy="9525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2331700" y="7493000"/>
            <a:ext cx="5448300" cy="952500"/>
          </a:xfrm>
          <a:prstGeom prst="rect">
            <a:avLst/>
          </a:prstGeom>
        </p:spPr>
      </p:pic>
      <p:sp>
        <p:nvSpPr>
          <p:cNvPr name="TextBox 15" id="15"/>
          <p:cNvSpPr txBox="true"/>
          <p:nvPr/>
        </p:nvSpPr>
        <p:spPr>
          <a:xfrm rot="0">
            <a:off x="15519400" y="2832100"/>
            <a:ext cx="2324100" cy="317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800" b="false" i="false" u="none" strike="noStrike">
                <a:solidFill>
                  <a:srgbClr val="000000"/>
                </a:solidFill>
                <a:latin typeface="Pretendard Regular"/>
              </a:rPr>
              <a:t>100%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300200" y="2819400"/>
            <a:ext cx="1143000" cy="330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900" b="false" i="false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false" i="false" u="none" strike="noStrike">
                <a:solidFill>
                  <a:srgbClr val="000000"/>
                </a:solidFill>
                <a:ea typeface="Pretendard SemiBold"/>
              </a:rPr>
              <a:t>기여도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5519400" y="2489200"/>
            <a:ext cx="2324100" cy="317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800" b="false" i="false" u="none" strike="noStrike">
                <a:solidFill>
                  <a:srgbClr val="000000"/>
                </a:solidFill>
                <a:latin typeface="Pretendard Regular"/>
              </a:rPr>
              <a:t>2080.00 - 2080.00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300200" y="2476500"/>
            <a:ext cx="1130300" cy="330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1900" b="false" i="false" u="none" strike="noStrike">
                <a:solidFill>
                  <a:srgbClr val="000000"/>
                </a:solidFill>
                <a:latin typeface="Pretendard SemiBold"/>
              </a:rPr>
              <a:t>|  </a:t>
            </a:r>
            <a:r>
              <a:rPr lang="ko-KR" sz="1900" b="false" i="false" u="none" strike="noStrike">
                <a:solidFill>
                  <a:srgbClr val="000000"/>
                </a:solidFill>
                <a:ea typeface="Pretendard SemiBold"/>
              </a:rPr>
              <a:t>제작기간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82600" y="2463800"/>
            <a:ext cx="12407900" cy="393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124499"/>
              </a:lnSpc>
            </a:pP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프로젝트에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대한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두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줄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이내로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간략하게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작성해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200" b="false" i="false" u="none" strike="noStrike">
                <a:solidFill>
                  <a:srgbClr val="000000"/>
                </a:solidFill>
                <a:ea typeface="Pretendard Medium"/>
              </a:rPr>
              <a:t>주세요</a:t>
            </a:r>
            <a:r>
              <a:rPr lang="en-US" sz="22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160500" y="876300"/>
            <a:ext cx="3251200" cy="355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r" lvl="0">
              <a:lnSpc>
                <a:spcPct val="99600"/>
              </a:lnSpc>
            </a:pPr>
            <a:r>
              <a:rPr lang="en-US" sz="2000" b="false" i="false" u="none" strike="noStrike">
                <a:solidFill>
                  <a:srgbClr val="FFFFFF"/>
                </a:solidFill>
                <a:latin typeface="Pretendard SemiBold"/>
              </a:rPr>
              <a:t>2080 Kim Mi-ri Portfolio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822700" y="762000"/>
            <a:ext cx="7632700" cy="6223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가장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의미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있었던</a:t>
            </a:r>
            <a:r>
              <a:rPr lang="en-US" sz="3500" b="false" i="false" u="none" strike="noStrike">
                <a:solidFill>
                  <a:srgbClr val="FFFFFF"/>
                </a:solidFill>
                <a:latin typeface="Pretendard Bold"/>
              </a:rPr>
              <a:t> </a:t>
            </a:r>
            <a:r>
              <a:rPr lang="ko-KR" sz="3500" b="false" i="false" u="none" strike="noStrike">
                <a:solidFill>
                  <a:srgbClr val="FFFFFF"/>
                </a:solidFill>
                <a:ea typeface="Pretendard Bold"/>
              </a:rPr>
              <a:t>협업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857500" y="863600"/>
            <a:ext cx="698500" cy="3937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en-US" sz="2200" b="false" i="false" u="none" strike="noStrike">
                <a:solidFill>
                  <a:srgbClr val="FFFFFF"/>
                </a:solidFill>
                <a:latin typeface="Pretendard Bold"/>
              </a:rPr>
              <a:t>05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76300" y="711200"/>
            <a:ext cx="20574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>
              <a:lnSpc>
                <a:spcPct val="99600"/>
              </a:lnSpc>
            </a:pPr>
            <a:r>
              <a:rPr lang="en-US" sz="4000" b="false" i="false" u="none" strike="noStrike">
                <a:solidFill>
                  <a:srgbClr val="FFFFFF"/>
                </a:solidFill>
                <a:latin typeface="Pretendard SemiBold"/>
              </a:rPr>
              <a:t>Result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98500" y="7759700"/>
            <a:ext cx="50165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2500" b="false" i="false" u="none" strike="noStrike">
                <a:solidFill>
                  <a:srgbClr val="000000"/>
                </a:solidFill>
                <a:ea typeface="Pretendard Bold"/>
              </a:rPr>
              <a:t>문제해결</a:t>
            </a:r>
            <a:r>
              <a:rPr lang="en-US" sz="25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500" b="false" i="false" u="none" strike="noStrike">
                <a:solidFill>
                  <a:srgbClr val="000000"/>
                </a:solidFill>
                <a:ea typeface="Pretendard Bold"/>
              </a:rPr>
              <a:t>액션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82600" y="8648700"/>
            <a:ext cx="55118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문제해결에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관련된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간단한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위에는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관련된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이미지를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넣어주세요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6629400" y="7759700"/>
            <a:ext cx="50419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2500" b="false" i="false" u="none" strike="noStrike">
                <a:solidFill>
                  <a:srgbClr val="000000"/>
                </a:solidFill>
                <a:ea typeface="Pretendard Bold"/>
              </a:rPr>
              <a:t>생산성</a:t>
            </a:r>
            <a:r>
              <a:rPr lang="en-US" sz="25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500" b="false" i="false" u="none" strike="noStrike">
                <a:solidFill>
                  <a:srgbClr val="000000"/>
                </a:solidFill>
                <a:ea typeface="Pretendard Bold"/>
              </a:rPr>
              <a:t>증가</a:t>
            </a:r>
            <a:r>
              <a:rPr lang="en-US" sz="25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500" b="false" i="false" u="none" strike="noStrike">
                <a:solidFill>
                  <a:srgbClr val="000000"/>
                </a:solidFill>
                <a:ea typeface="Pretendard Bold"/>
              </a:rPr>
              <a:t>액션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413500" y="8648700"/>
            <a:ext cx="55118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생산성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증가에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관련된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간단한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위에는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관련된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이미지를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넣어주세요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509500" y="7759700"/>
            <a:ext cx="51054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2500" b="false" i="false" u="none" strike="noStrike">
                <a:solidFill>
                  <a:srgbClr val="000000"/>
                </a:solidFill>
                <a:ea typeface="Pretendard Bold"/>
              </a:rPr>
              <a:t>의사소통</a:t>
            </a:r>
            <a:r>
              <a:rPr lang="en-US" sz="25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500" b="false" i="false" u="none" strike="noStrike">
                <a:solidFill>
                  <a:srgbClr val="000000"/>
                </a:solidFill>
                <a:ea typeface="Pretendard Bold"/>
              </a:rPr>
              <a:t>협상</a:t>
            </a:r>
            <a:r>
              <a:rPr lang="en-US" sz="2500" b="false" i="false" u="none" strike="noStrike">
                <a:solidFill>
                  <a:srgbClr val="000000"/>
                </a:solidFill>
                <a:latin typeface="Pretendard Bold"/>
              </a:rPr>
              <a:t> </a:t>
            </a:r>
            <a:r>
              <a:rPr lang="ko-KR" sz="2500" b="false" i="false" u="none" strike="noStrike">
                <a:solidFill>
                  <a:srgbClr val="000000"/>
                </a:solidFill>
                <a:ea typeface="Pretendard Bold"/>
              </a:rPr>
              <a:t>액션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319000" y="8648700"/>
            <a:ext cx="5511800" cy="7112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의사소통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협상에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관련된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간단한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설명을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적어주세요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  <a:p>
            <a:pPr algn="l" lvl="0" indent="-342900" marL="342900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위에는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관련된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이미지를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000" b="false" i="false" u="none" strike="noStrike">
                <a:solidFill>
                  <a:srgbClr val="000000"/>
                </a:solidFill>
                <a:ea typeface="Pretendard Medium"/>
              </a:rPr>
              <a:t>넣어주세요</a:t>
            </a:r>
            <a:r>
              <a:rPr lang="en-US" sz="2000" b="false" i="false" u="none" strike="noStrike">
                <a:solidFill>
                  <a:srgbClr val="000000"/>
                </a:solidFill>
                <a:latin typeface="Pretendard Medium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17500" y="2603500"/>
            <a:ext cx="17653000" cy="35560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en-US" sz="20000" b="false" i="false" u="none" strike="noStrike">
                <a:solidFill>
                  <a:srgbClr val="000000">
                    <a:alpha val="20000"/>
                  </a:srgbClr>
                </a:solidFill>
                <a:latin typeface="Pretendard ExtraBold"/>
              </a:rPr>
              <a:t>THANK YOU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203200" y="5143500"/>
            <a:ext cx="18681700" cy="52959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482600" y="469900"/>
            <a:ext cx="17335500" cy="11430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3060700" y="9296400"/>
            <a:ext cx="12166600" cy="53340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889000" y="876300"/>
            <a:ext cx="16510000" cy="3556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en-US" sz="2000" b="false" i="false" u="none" strike="noStrike">
                <a:solidFill>
                  <a:srgbClr val="FFFFFF"/>
                </a:solidFill>
                <a:latin typeface="Pretendard SemiBold"/>
              </a:rPr>
              <a:t>2080 Kim Mi-ri Portfolio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289300" y="9385300"/>
            <a:ext cx="11709400" cy="3810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en-US" sz="2100" b="true" i="false" u="none" strike="noStrike">
                <a:solidFill>
                  <a:srgbClr val="FFFFFF"/>
                </a:solidFill>
                <a:latin typeface="Pretendard Medium"/>
              </a:rPr>
              <a:t>M.</a:t>
            </a:r>
            <a:r>
              <a:rPr lang="en-US" sz="2100" b="false" i="false" u="none" strike="noStrike">
                <a:solidFill>
                  <a:srgbClr val="FFFFFF"/>
                </a:solidFill>
                <a:latin typeface="Pretendard Medium"/>
              </a:rPr>
              <a:t> 010-1234-5678      |      </a:t>
            </a:r>
            <a:r>
              <a:rPr lang="en-US" sz="2100" b="true" i="false" u="none" strike="noStrike">
                <a:solidFill>
                  <a:srgbClr val="FFFFFF"/>
                </a:solidFill>
                <a:latin typeface="Pretendard Medium"/>
              </a:rPr>
              <a:t>E.</a:t>
            </a:r>
            <a:r>
              <a:rPr lang="en-US" sz="2100" b="false" i="false" u="none" strike="noStrike">
                <a:solidFill>
                  <a:srgbClr val="FFFFFF"/>
                </a:solidFill>
                <a:latin typeface="Pretendard Medium"/>
              </a:rPr>
              <a:t> mirikim@miricompany.com      |      </a:t>
            </a:r>
            <a:r>
              <a:rPr lang="en-US" sz="2100" b="true" i="false" u="none" strike="noStrike">
                <a:solidFill>
                  <a:srgbClr val="FFFFFF"/>
                </a:solidFill>
                <a:latin typeface="Pretendard Medium"/>
              </a:rPr>
              <a:t>W.</a:t>
            </a:r>
            <a:r>
              <a:rPr lang="en-US" sz="2100" b="false" i="false" u="none" strike="noStrike">
                <a:solidFill>
                  <a:srgbClr val="FFFFFF"/>
                </a:solidFill>
                <a:latin typeface="Pretendard Medium"/>
              </a:rPr>
              <a:t> www.kimmiri-site.co.kr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81200" y="6819900"/>
            <a:ext cx="14338300" cy="4445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ko-KR" sz="2500" b="false" i="false" u="none" strike="noStrike">
                <a:solidFill>
                  <a:srgbClr val="000000">
                    <a:alpha val="40000"/>
                  </a:srgbClr>
                </a:solidFill>
                <a:ea typeface="Pretendard SemiBold"/>
              </a:rPr>
              <a:t>끝까지</a:t>
            </a:r>
            <a:r>
              <a:rPr lang="en-US" sz="2500" b="false" i="false" u="none" strike="noStrike">
                <a:solidFill>
                  <a:srgbClr val="000000">
                    <a:alpha val="40000"/>
                  </a:srgbClr>
                </a:solidFill>
                <a:latin typeface="Pretendard SemiBold"/>
              </a:rPr>
              <a:t> </a:t>
            </a:r>
            <a:r>
              <a:rPr lang="ko-KR" sz="2500" b="false" i="false" u="none" strike="noStrike">
                <a:solidFill>
                  <a:srgbClr val="000000">
                    <a:alpha val="40000"/>
                  </a:srgbClr>
                </a:solidFill>
                <a:ea typeface="Pretendard SemiBold"/>
              </a:rPr>
              <a:t>검토해</a:t>
            </a:r>
            <a:r>
              <a:rPr lang="en-US" sz="2500" b="false" i="false" u="none" strike="noStrike">
                <a:solidFill>
                  <a:srgbClr val="000000">
                    <a:alpha val="40000"/>
                  </a:srgbClr>
                </a:solidFill>
                <a:latin typeface="Pretendard SemiBold"/>
              </a:rPr>
              <a:t> </a:t>
            </a:r>
            <a:r>
              <a:rPr lang="ko-KR" sz="2500" b="false" i="false" u="none" strike="noStrike">
                <a:solidFill>
                  <a:srgbClr val="000000">
                    <a:alpha val="40000"/>
                  </a:srgbClr>
                </a:solidFill>
                <a:ea typeface="Pretendard SemiBold"/>
              </a:rPr>
              <a:t>주셔서</a:t>
            </a:r>
            <a:r>
              <a:rPr lang="en-US" sz="2500" b="false" i="false" u="none" strike="noStrike">
                <a:solidFill>
                  <a:srgbClr val="000000">
                    <a:alpha val="40000"/>
                  </a:srgbClr>
                </a:solidFill>
                <a:latin typeface="Pretendard SemiBold"/>
              </a:rPr>
              <a:t> </a:t>
            </a:r>
            <a:r>
              <a:rPr lang="ko-KR" sz="2500" b="false" i="false" u="none" strike="noStrike">
                <a:solidFill>
                  <a:srgbClr val="000000">
                    <a:alpha val="40000"/>
                  </a:srgbClr>
                </a:solidFill>
                <a:ea typeface="Pretendard SemiBold"/>
              </a:rPr>
              <a:t>감사합니다</a:t>
            </a:r>
            <a:r>
              <a:rPr lang="en-US" sz="2500" b="false" i="false" u="none" strike="noStrike">
                <a:solidFill>
                  <a:srgbClr val="000000">
                    <a:alpha val="40000"/>
                  </a:srgbClr>
                </a:solidFill>
                <a:latin typeface="Pretendard SemiBold"/>
              </a:rPr>
              <a:t>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178300" y="5232400"/>
            <a:ext cx="9918700" cy="1689100"/>
          </a:xfrm>
          <a:prstGeom prst="rect">
            <a:avLst/>
          </a:prstGeom>
        </p:spPr>
        <p:txBody>
          <a:bodyPr anchor="t" rtlCol="false" lIns="0" tIns="0" rIns="0" bIns="0"/>
          <a:lstStyle/>
          <a:p>
            <a:pPr algn="ctr" lvl="0">
              <a:lnSpc>
                <a:spcPct val="99600"/>
              </a:lnSpc>
            </a:pPr>
            <a:r>
              <a:rPr lang="en-US" sz="9500" b="false" i="false" u="none" strike="noStrike" spc="400">
                <a:solidFill>
                  <a:srgbClr val="000000"/>
                </a:solidFill>
                <a:latin typeface="Pretendard Black"/>
              </a:rPr>
              <a:t>Kim M</a:t>
            </a:r>
            <a:r>
              <a:rPr lang="en-US" sz="9500" b="false" i="false" u="none" strike="noStrike" spc="400">
                <a:solidFill>
                  <a:srgbClr val="000000"/>
                </a:solidFill>
                <a:latin typeface="Pretendard Black"/>
              </a:rPr>
              <a:t>i-ri</a:t>
            </a: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14</ep:Words>
  <ep:PresentationFormat>On-screen Show (4:3)</ep:PresentationFormat>
  <ep:Paragraphs>4</ep:Paragraphs>
  <ep:Slides>14</ep:Slides>
  <ep:Notes>1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ep:HeadingPairs>
  <ep:TitlesOfParts>
    <vt:vector size="15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2006-08-16T00:00:00.000</dcterms:created>
  <cp:lastModifiedBy>Dove</cp:lastModifiedBy>
  <dcterms:modified xsi:type="dcterms:W3CDTF">2026-02-09T14:18:42.027</dcterms:modified>
  <cp:revision>23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